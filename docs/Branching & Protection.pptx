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  <p:sldMasterId id="2147483682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80A73-65AD-4182-AC19-EA07CB2D0172}" v="3" dt="2026-03-02T20:23:38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5574"/>
  </p:normalViewPr>
  <p:slideViewPr>
    <p:cSldViewPr snapToGrid="0" snapToObjects="1">
      <p:cViewPr varScale="1">
        <p:scale>
          <a:sx n="101" d="100"/>
          <a:sy n="101" d="100"/>
        </p:scale>
        <p:origin x="66" y="138"/>
      </p:cViewPr>
      <p:guideLst>
        <p:guide orient="horz" pos="17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isser Tim I.BSCWI_F26.2501" userId="7825e360-2be3-4dac-80bc-d6db82f3c8f2" providerId="ADAL" clId="{15C94BD0-0CB5-4EC2-AA5D-07B83A88BC1A}"/>
    <pc:docChg chg="undo custSel addSld delSld modSld">
      <pc:chgData name="Geisser Tim I.BSCWI_F26.2501" userId="7825e360-2be3-4dac-80bc-d6db82f3c8f2" providerId="ADAL" clId="{15C94BD0-0CB5-4EC2-AA5D-07B83A88BC1A}" dt="2026-03-02T21:08:05.554" v="4818" actId="20577"/>
      <pc:docMkLst>
        <pc:docMk/>
      </pc:docMkLst>
      <pc:sldChg chg="del">
        <pc:chgData name="Geisser Tim I.BSCWI_F26.2501" userId="7825e360-2be3-4dac-80bc-d6db82f3c8f2" providerId="ADAL" clId="{15C94BD0-0CB5-4EC2-AA5D-07B83A88BC1A}" dt="2026-03-02T19:42:29.731" v="13" actId="47"/>
        <pc:sldMkLst>
          <pc:docMk/>
          <pc:sldMk cId="0" sldId="256"/>
        </pc:sldMkLst>
      </pc:sldChg>
      <pc:sldChg chg="modSp new mod">
        <pc:chgData name="Geisser Tim I.BSCWI_F26.2501" userId="7825e360-2be3-4dac-80bc-d6db82f3c8f2" providerId="ADAL" clId="{15C94BD0-0CB5-4EC2-AA5D-07B83A88BC1A}" dt="2026-03-02T20:37:17.610" v="2088" actId="20577"/>
        <pc:sldMkLst>
          <pc:docMk/>
          <pc:sldMk cId="3059400278" sldId="256"/>
        </pc:sldMkLst>
        <pc:spChg chg="mod">
          <ac:chgData name="Geisser Tim I.BSCWI_F26.2501" userId="7825e360-2be3-4dac-80bc-d6db82f3c8f2" providerId="ADAL" clId="{15C94BD0-0CB5-4EC2-AA5D-07B83A88BC1A}" dt="2026-03-02T20:29:00.716" v="1286" actId="20577"/>
          <ac:spMkLst>
            <pc:docMk/>
            <pc:sldMk cId="3059400278" sldId="256"/>
            <ac:spMk id="2" creationId="{AFD04580-C852-E2FB-8CE7-F41629EA2E62}"/>
          </ac:spMkLst>
        </pc:spChg>
        <pc:spChg chg="mod">
          <ac:chgData name="Geisser Tim I.BSCWI_F26.2501" userId="7825e360-2be3-4dac-80bc-d6db82f3c8f2" providerId="ADAL" clId="{15C94BD0-0CB5-4EC2-AA5D-07B83A88BC1A}" dt="2026-03-02T20:37:17.610" v="2088" actId="20577"/>
          <ac:spMkLst>
            <pc:docMk/>
            <pc:sldMk cId="3059400278" sldId="256"/>
            <ac:spMk id="3" creationId="{AF9993EF-515D-4F1E-C97E-9E0FBB09807D}"/>
          </ac:spMkLst>
        </pc:spChg>
      </pc:sldChg>
      <pc:sldChg chg="new del">
        <pc:chgData name="Geisser Tim I.BSCWI_F26.2501" userId="7825e360-2be3-4dac-80bc-d6db82f3c8f2" providerId="ADAL" clId="{15C94BD0-0CB5-4EC2-AA5D-07B83A88BC1A}" dt="2026-03-02T19:43:01.242" v="16" actId="47"/>
        <pc:sldMkLst>
          <pc:docMk/>
          <pc:sldMk cId="3347635227" sldId="256"/>
        </pc:sldMkLst>
      </pc:sldChg>
      <pc:sldChg chg="modSp new del mod">
        <pc:chgData name="Geisser Tim I.BSCWI_F26.2501" userId="7825e360-2be3-4dac-80bc-d6db82f3c8f2" providerId="ADAL" clId="{15C94BD0-0CB5-4EC2-AA5D-07B83A88BC1A}" dt="2026-03-02T20:28:43.505" v="1255" actId="2696"/>
        <pc:sldMkLst>
          <pc:docMk/>
          <pc:sldMk cId="2357725618" sldId="257"/>
        </pc:sldMkLst>
        <pc:spChg chg="mod">
          <ac:chgData name="Geisser Tim I.BSCWI_F26.2501" userId="7825e360-2be3-4dac-80bc-d6db82f3c8f2" providerId="ADAL" clId="{15C94BD0-0CB5-4EC2-AA5D-07B83A88BC1A}" dt="2026-03-02T20:28:39.313" v="1254" actId="20577"/>
          <ac:spMkLst>
            <pc:docMk/>
            <pc:sldMk cId="2357725618" sldId="257"/>
            <ac:spMk id="2" creationId="{24EF01FF-810E-F69D-647D-C9E74B5D7027}"/>
          </ac:spMkLst>
        </pc:spChg>
        <pc:spChg chg="mod">
          <ac:chgData name="Geisser Tim I.BSCWI_F26.2501" userId="7825e360-2be3-4dac-80bc-d6db82f3c8f2" providerId="ADAL" clId="{15C94BD0-0CB5-4EC2-AA5D-07B83A88BC1A}" dt="2026-03-02T20:24:52.393" v="1223" actId="20577"/>
          <ac:spMkLst>
            <pc:docMk/>
            <pc:sldMk cId="2357725618" sldId="257"/>
            <ac:spMk id="3" creationId="{80C4288C-1DE1-0800-5904-534ABF7634CF}"/>
          </ac:spMkLst>
        </pc:spChg>
      </pc:sldChg>
      <pc:sldChg chg="modSp new mod">
        <pc:chgData name="Geisser Tim I.BSCWI_F26.2501" userId="7825e360-2be3-4dac-80bc-d6db82f3c8f2" providerId="ADAL" clId="{15C94BD0-0CB5-4EC2-AA5D-07B83A88BC1A}" dt="2026-03-02T20:53:26.569" v="3276" actId="20577"/>
        <pc:sldMkLst>
          <pc:docMk/>
          <pc:sldMk cId="3762712359" sldId="257"/>
        </pc:sldMkLst>
        <pc:spChg chg="mod">
          <ac:chgData name="Geisser Tim I.BSCWI_F26.2501" userId="7825e360-2be3-4dac-80bc-d6db82f3c8f2" providerId="ADAL" clId="{15C94BD0-0CB5-4EC2-AA5D-07B83A88BC1A}" dt="2026-03-02T20:38:04.935" v="2190" actId="20577"/>
          <ac:spMkLst>
            <pc:docMk/>
            <pc:sldMk cId="3762712359" sldId="257"/>
            <ac:spMk id="2" creationId="{2BA5D350-F1AF-386F-EDCE-15C303A46BD6}"/>
          </ac:spMkLst>
        </pc:spChg>
        <pc:spChg chg="mod">
          <ac:chgData name="Geisser Tim I.BSCWI_F26.2501" userId="7825e360-2be3-4dac-80bc-d6db82f3c8f2" providerId="ADAL" clId="{15C94BD0-0CB5-4EC2-AA5D-07B83A88BC1A}" dt="2026-03-02T20:53:26.569" v="3276" actId="20577"/>
          <ac:spMkLst>
            <pc:docMk/>
            <pc:sldMk cId="3762712359" sldId="257"/>
            <ac:spMk id="3" creationId="{0B4D3949-1DCC-2951-B515-020E2649C46A}"/>
          </ac:spMkLst>
        </pc:spChg>
      </pc:sldChg>
      <pc:sldChg chg="del">
        <pc:chgData name="Geisser Tim I.BSCWI_F26.2501" userId="7825e360-2be3-4dac-80bc-d6db82f3c8f2" providerId="ADAL" clId="{15C94BD0-0CB5-4EC2-AA5D-07B83A88BC1A}" dt="2026-03-02T19:42:28.328" v="9" actId="47"/>
        <pc:sldMkLst>
          <pc:docMk/>
          <pc:sldMk cId="0" sldId="258"/>
        </pc:sldMkLst>
      </pc:sldChg>
      <pc:sldChg chg="new del">
        <pc:chgData name="Geisser Tim I.BSCWI_F26.2501" userId="7825e360-2be3-4dac-80bc-d6db82f3c8f2" providerId="ADAL" clId="{15C94BD0-0CB5-4EC2-AA5D-07B83A88BC1A}" dt="2026-03-02T20:52:02.568" v="3157" actId="47"/>
        <pc:sldMkLst>
          <pc:docMk/>
          <pc:sldMk cId="1360446529" sldId="258"/>
        </pc:sldMkLst>
      </pc:sldChg>
      <pc:sldChg chg="modSp new mod">
        <pc:chgData name="Geisser Tim I.BSCWI_F26.2501" userId="7825e360-2be3-4dac-80bc-d6db82f3c8f2" providerId="ADAL" clId="{15C94BD0-0CB5-4EC2-AA5D-07B83A88BC1A}" dt="2026-03-02T20:59:35.371" v="3879" actId="20577"/>
        <pc:sldMkLst>
          <pc:docMk/>
          <pc:sldMk cId="2281494747" sldId="258"/>
        </pc:sldMkLst>
        <pc:spChg chg="mod">
          <ac:chgData name="Geisser Tim I.BSCWI_F26.2501" userId="7825e360-2be3-4dac-80bc-d6db82f3c8f2" providerId="ADAL" clId="{15C94BD0-0CB5-4EC2-AA5D-07B83A88BC1A}" dt="2026-03-02T20:54:29.135" v="3295" actId="20577"/>
          <ac:spMkLst>
            <pc:docMk/>
            <pc:sldMk cId="2281494747" sldId="258"/>
            <ac:spMk id="2" creationId="{681477DB-1783-52E8-C5B0-1395E5B40ADD}"/>
          </ac:spMkLst>
        </pc:spChg>
        <pc:spChg chg="mod">
          <ac:chgData name="Geisser Tim I.BSCWI_F26.2501" userId="7825e360-2be3-4dac-80bc-d6db82f3c8f2" providerId="ADAL" clId="{15C94BD0-0CB5-4EC2-AA5D-07B83A88BC1A}" dt="2026-03-02T20:59:35.371" v="3879" actId="20577"/>
          <ac:spMkLst>
            <pc:docMk/>
            <pc:sldMk cId="2281494747" sldId="258"/>
            <ac:spMk id="3" creationId="{9B2BFAFB-90CD-FF5B-62F1-F73D9173FD36}"/>
          </ac:spMkLst>
        </pc:spChg>
      </pc:sldChg>
      <pc:sldChg chg="new del">
        <pc:chgData name="Geisser Tim I.BSCWI_F26.2501" userId="7825e360-2be3-4dac-80bc-d6db82f3c8f2" providerId="ADAL" clId="{15C94BD0-0CB5-4EC2-AA5D-07B83A88BC1A}" dt="2026-03-02T20:51:56.264" v="3155" actId="47"/>
        <pc:sldMkLst>
          <pc:docMk/>
          <pc:sldMk cId="2730202344" sldId="258"/>
        </pc:sldMkLst>
      </pc:sldChg>
      <pc:sldChg chg="del">
        <pc:chgData name="Geisser Tim I.BSCWI_F26.2501" userId="7825e360-2be3-4dac-80bc-d6db82f3c8f2" providerId="ADAL" clId="{15C94BD0-0CB5-4EC2-AA5D-07B83A88BC1A}" dt="2026-03-02T19:42:28.171" v="8" actId="47"/>
        <pc:sldMkLst>
          <pc:docMk/>
          <pc:sldMk cId="0" sldId="259"/>
        </pc:sldMkLst>
      </pc:sldChg>
      <pc:sldChg chg="modSp new mod">
        <pc:chgData name="Geisser Tim I.BSCWI_F26.2501" userId="7825e360-2be3-4dac-80bc-d6db82f3c8f2" providerId="ADAL" clId="{15C94BD0-0CB5-4EC2-AA5D-07B83A88BC1A}" dt="2026-03-02T21:04:30.434" v="4603" actId="20577"/>
        <pc:sldMkLst>
          <pc:docMk/>
          <pc:sldMk cId="591183332" sldId="259"/>
        </pc:sldMkLst>
        <pc:spChg chg="mod">
          <ac:chgData name="Geisser Tim I.BSCWI_F26.2501" userId="7825e360-2be3-4dac-80bc-d6db82f3c8f2" providerId="ADAL" clId="{15C94BD0-0CB5-4EC2-AA5D-07B83A88BC1A}" dt="2026-03-02T20:59:48.926" v="3890" actId="20577"/>
          <ac:spMkLst>
            <pc:docMk/>
            <pc:sldMk cId="591183332" sldId="259"/>
            <ac:spMk id="2" creationId="{0A67A9DB-F884-97BB-20AF-ED5AD9D5C03B}"/>
          </ac:spMkLst>
        </pc:spChg>
        <pc:spChg chg="mod">
          <ac:chgData name="Geisser Tim I.BSCWI_F26.2501" userId="7825e360-2be3-4dac-80bc-d6db82f3c8f2" providerId="ADAL" clId="{15C94BD0-0CB5-4EC2-AA5D-07B83A88BC1A}" dt="2026-03-02T21:04:30.434" v="4603" actId="20577"/>
          <ac:spMkLst>
            <pc:docMk/>
            <pc:sldMk cId="591183332" sldId="259"/>
            <ac:spMk id="3" creationId="{349D0252-7AEB-D138-6D68-C271CAE104A9}"/>
          </ac:spMkLst>
        </pc:spChg>
      </pc:sldChg>
      <pc:sldChg chg="del">
        <pc:chgData name="Geisser Tim I.BSCWI_F26.2501" userId="7825e360-2be3-4dac-80bc-d6db82f3c8f2" providerId="ADAL" clId="{15C94BD0-0CB5-4EC2-AA5D-07B83A88BC1A}" dt="2026-03-02T19:42:28.046" v="7" actId="47"/>
        <pc:sldMkLst>
          <pc:docMk/>
          <pc:sldMk cId="0" sldId="260"/>
        </pc:sldMkLst>
      </pc:sldChg>
      <pc:sldChg chg="modSp new mod">
        <pc:chgData name="Geisser Tim I.BSCWI_F26.2501" userId="7825e360-2be3-4dac-80bc-d6db82f3c8f2" providerId="ADAL" clId="{15C94BD0-0CB5-4EC2-AA5D-07B83A88BC1A}" dt="2026-03-02T21:08:05.554" v="4818" actId="20577"/>
        <pc:sldMkLst>
          <pc:docMk/>
          <pc:sldMk cId="2932569380" sldId="260"/>
        </pc:sldMkLst>
        <pc:spChg chg="mod">
          <ac:chgData name="Geisser Tim I.BSCWI_F26.2501" userId="7825e360-2be3-4dac-80bc-d6db82f3c8f2" providerId="ADAL" clId="{15C94BD0-0CB5-4EC2-AA5D-07B83A88BC1A}" dt="2026-03-02T21:06:27.996" v="4652" actId="20577"/>
          <ac:spMkLst>
            <pc:docMk/>
            <pc:sldMk cId="2932569380" sldId="260"/>
            <ac:spMk id="2" creationId="{053765A6-5421-A35D-5FE1-78A2700C2F47}"/>
          </ac:spMkLst>
        </pc:spChg>
        <pc:spChg chg="mod">
          <ac:chgData name="Geisser Tim I.BSCWI_F26.2501" userId="7825e360-2be3-4dac-80bc-d6db82f3c8f2" providerId="ADAL" clId="{15C94BD0-0CB5-4EC2-AA5D-07B83A88BC1A}" dt="2026-03-02T21:08:05.554" v="4818" actId="20577"/>
          <ac:spMkLst>
            <pc:docMk/>
            <pc:sldMk cId="2932569380" sldId="260"/>
            <ac:spMk id="3" creationId="{1BE4A1EE-2AD8-868A-499A-BF73A60E0403}"/>
          </ac:spMkLst>
        </pc:spChg>
      </pc:sldChg>
      <pc:sldChg chg="del">
        <pc:chgData name="Geisser Tim I.BSCWI_F26.2501" userId="7825e360-2be3-4dac-80bc-d6db82f3c8f2" providerId="ADAL" clId="{15C94BD0-0CB5-4EC2-AA5D-07B83A88BC1A}" dt="2026-03-02T19:42:27.891" v="6" actId="47"/>
        <pc:sldMkLst>
          <pc:docMk/>
          <pc:sldMk cId="0" sldId="261"/>
        </pc:sldMkLst>
      </pc:sldChg>
      <pc:sldChg chg="del">
        <pc:chgData name="Geisser Tim I.BSCWI_F26.2501" userId="7825e360-2be3-4dac-80bc-d6db82f3c8f2" providerId="ADAL" clId="{15C94BD0-0CB5-4EC2-AA5D-07B83A88BC1A}" dt="2026-03-02T19:42:27.758" v="5" actId="47"/>
        <pc:sldMkLst>
          <pc:docMk/>
          <pc:sldMk cId="0" sldId="262"/>
        </pc:sldMkLst>
      </pc:sldChg>
      <pc:sldChg chg="del">
        <pc:chgData name="Geisser Tim I.BSCWI_F26.2501" userId="7825e360-2be3-4dac-80bc-d6db82f3c8f2" providerId="ADAL" clId="{15C94BD0-0CB5-4EC2-AA5D-07B83A88BC1A}" dt="2026-03-02T19:42:27.596" v="4" actId="47"/>
        <pc:sldMkLst>
          <pc:docMk/>
          <pc:sldMk cId="0" sldId="263"/>
        </pc:sldMkLst>
      </pc:sldChg>
      <pc:sldChg chg="del">
        <pc:chgData name="Geisser Tim I.BSCWI_F26.2501" userId="7825e360-2be3-4dac-80bc-d6db82f3c8f2" providerId="ADAL" clId="{15C94BD0-0CB5-4EC2-AA5D-07B83A88BC1A}" dt="2026-03-02T19:42:27.433" v="3" actId="47"/>
        <pc:sldMkLst>
          <pc:docMk/>
          <pc:sldMk cId="0" sldId="265"/>
        </pc:sldMkLst>
      </pc:sldChg>
      <pc:sldChg chg="del">
        <pc:chgData name="Geisser Tim I.BSCWI_F26.2501" userId="7825e360-2be3-4dac-80bc-d6db82f3c8f2" providerId="ADAL" clId="{15C94BD0-0CB5-4EC2-AA5D-07B83A88BC1A}" dt="2026-03-02T19:42:28.494" v="10" actId="47"/>
        <pc:sldMkLst>
          <pc:docMk/>
          <pc:sldMk cId="0" sldId="294"/>
        </pc:sldMkLst>
      </pc:sldChg>
      <pc:sldChg chg="del">
        <pc:chgData name="Geisser Tim I.BSCWI_F26.2501" userId="7825e360-2be3-4dac-80bc-d6db82f3c8f2" providerId="ADAL" clId="{15C94BD0-0CB5-4EC2-AA5D-07B83A88BC1A}" dt="2026-03-02T19:42:28.657" v="11" actId="47"/>
        <pc:sldMkLst>
          <pc:docMk/>
          <pc:sldMk cId="395754683" sldId="831"/>
        </pc:sldMkLst>
      </pc:sldChg>
      <pc:sldChg chg="del">
        <pc:chgData name="Geisser Tim I.BSCWI_F26.2501" userId="7825e360-2be3-4dac-80bc-d6db82f3c8f2" providerId="ADAL" clId="{15C94BD0-0CB5-4EC2-AA5D-07B83A88BC1A}" dt="2026-03-02T19:42:27.244" v="2" actId="47"/>
        <pc:sldMkLst>
          <pc:docMk/>
          <pc:sldMk cId="2295838846" sldId="860"/>
        </pc:sldMkLst>
      </pc:sldChg>
      <pc:sldChg chg="del">
        <pc:chgData name="Geisser Tim I.BSCWI_F26.2501" userId="7825e360-2be3-4dac-80bc-d6db82f3c8f2" providerId="ADAL" clId="{15C94BD0-0CB5-4EC2-AA5D-07B83A88BC1A}" dt="2026-03-02T19:42:26.898" v="1" actId="47"/>
        <pc:sldMkLst>
          <pc:docMk/>
          <pc:sldMk cId="124820838" sldId="861"/>
        </pc:sldMkLst>
      </pc:sldChg>
      <pc:sldChg chg="new del">
        <pc:chgData name="Geisser Tim I.BSCWI_F26.2501" userId="7825e360-2be3-4dac-80bc-d6db82f3c8f2" providerId="ADAL" clId="{15C94BD0-0CB5-4EC2-AA5D-07B83A88BC1A}" dt="2026-03-02T19:42:28.794" v="12" actId="47"/>
        <pc:sldMkLst>
          <pc:docMk/>
          <pc:sldMk cId="4038163811" sldId="862"/>
        </pc:sldMkLst>
      </pc:sldChg>
      <pc:sldMasterChg chg="delSldLayout">
        <pc:chgData name="Geisser Tim I.BSCWI_F26.2501" userId="7825e360-2be3-4dac-80bc-d6db82f3c8f2" providerId="ADAL" clId="{15C94BD0-0CB5-4EC2-AA5D-07B83A88BC1A}" dt="2026-03-02T19:42:28.494" v="10" actId="47"/>
        <pc:sldMasterMkLst>
          <pc:docMk/>
          <pc:sldMasterMk cId="3693228358" sldId="2147483673"/>
        </pc:sldMasterMkLst>
        <pc:sldLayoutChg chg="del">
          <pc:chgData name="Geisser Tim I.BSCWI_F26.2501" userId="7825e360-2be3-4dac-80bc-d6db82f3c8f2" providerId="ADAL" clId="{15C94BD0-0CB5-4EC2-AA5D-07B83A88BC1A}" dt="2026-03-02T19:42:28.494" v="10" actId="47"/>
          <pc:sldLayoutMkLst>
            <pc:docMk/>
            <pc:sldMasterMk cId="3693228358" sldId="2147483673"/>
            <pc:sldLayoutMk cId="1634349089" sldId="2147483681"/>
          </pc:sldLayoutMkLst>
        </pc:sldLayoutChg>
      </pc:sldMasterChg>
      <pc:sldMasterChg chg="delSldLayout">
        <pc:chgData name="Geisser Tim I.BSCWI_F26.2501" userId="7825e360-2be3-4dac-80bc-d6db82f3c8f2" providerId="ADAL" clId="{15C94BD0-0CB5-4EC2-AA5D-07B83A88BC1A}" dt="2026-03-02T20:51:56.264" v="3155" actId="47"/>
        <pc:sldMasterMkLst>
          <pc:docMk/>
          <pc:sldMasterMk cId="3823979752" sldId="2147483682"/>
        </pc:sldMasterMkLst>
        <pc:sldLayoutChg chg="del">
          <pc:chgData name="Geisser Tim I.BSCWI_F26.2501" userId="7825e360-2be3-4dac-80bc-d6db82f3c8f2" providerId="ADAL" clId="{15C94BD0-0CB5-4EC2-AA5D-07B83A88BC1A}" dt="2026-03-02T19:42:27.244" v="2" actId="47"/>
          <pc:sldLayoutMkLst>
            <pc:docMk/>
            <pc:sldMasterMk cId="3823979752" sldId="2147483682"/>
            <pc:sldLayoutMk cId="1188760702" sldId="2147483688"/>
          </pc:sldLayoutMkLst>
        </pc:sldLayoutChg>
        <pc:sldLayoutChg chg="del">
          <pc:chgData name="Geisser Tim I.BSCWI_F26.2501" userId="7825e360-2be3-4dac-80bc-d6db82f3c8f2" providerId="ADAL" clId="{15C94BD0-0CB5-4EC2-AA5D-07B83A88BC1A}" dt="2026-03-02T20:51:56.264" v="3155" actId="47"/>
          <pc:sldLayoutMkLst>
            <pc:docMk/>
            <pc:sldMasterMk cId="3823979752" sldId="2147483682"/>
            <pc:sldLayoutMk cId="386340590" sldId="2147483692"/>
          </pc:sldLayoutMkLst>
        </pc:sldLayoutChg>
        <pc:sldLayoutChg chg="del">
          <pc:chgData name="Geisser Tim I.BSCWI_F26.2501" userId="7825e360-2be3-4dac-80bc-d6db82f3c8f2" providerId="ADAL" clId="{15C94BD0-0CB5-4EC2-AA5D-07B83A88BC1A}" dt="2026-03-02T20:28:43.505" v="1255" actId="2696"/>
          <pc:sldLayoutMkLst>
            <pc:docMk/>
            <pc:sldMasterMk cId="3823979752" sldId="2147483682"/>
            <pc:sldLayoutMk cId="1276556149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E040F-BB5B-B54C-A5EC-6AB3A9126F84}" type="datetimeFigureOut">
              <a:rPr lang="de-CH" smtClean="0"/>
              <a:t>02.03.2026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D2D6F-E446-1645-BFCB-77BF8ADEE24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788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1">
            <a:extLst>
              <a:ext uri="{FF2B5EF4-FFF2-40B4-BE49-F238E27FC236}">
                <a16:creationId xmlns:a16="http://schemas.microsoft.com/office/drawing/2014/main" id="{4C16C001-581C-A4BA-FFD8-82DF3837F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100" y="-47625"/>
            <a:ext cx="45021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fik 10">
            <a:extLst>
              <a:ext uri="{FF2B5EF4-FFF2-40B4-BE49-F238E27FC236}">
                <a16:creationId xmlns:a16="http://schemas.microsoft.com/office/drawing/2014/main" id="{68032A32-7F79-7B88-8E6B-EA222B4D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17489"/>
            <a:ext cx="162560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E065701-6B3F-574D-2E24-AF3B1D33BD22}"/>
              </a:ext>
            </a:extLst>
          </p:cNvPr>
          <p:cNvSpPr/>
          <p:nvPr/>
        </p:nvSpPr>
        <p:spPr>
          <a:xfrm>
            <a:off x="4467283" y="-95251"/>
            <a:ext cx="4932362" cy="5857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/>
          <a:lstStyle/>
          <a:p>
            <a:pPr marL="157163" indent="-157163">
              <a:buFont typeface="Symbol" charset="2"/>
              <a:buChar char="-"/>
              <a:defRPr/>
            </a:pPr>
            <a:endParaRPr lang="de-DE" sz="1260" dirty="0" err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EC8E5D-72CB-CE70-B6BE-F4F78F8AA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891" y="339726"/>
            <a:ext cx="2827337" cy="5043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18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4572005" y="2136776"/>
            <a:ext cx="4163077" cy="720724"/>
          </a:xfrm>
        </p:spPr>
        <p:txBody>
          <a:bodyPr/>
          <a:lstStyle>
            <a:lvl1pPr marL="4762" indent="-4762">
              <a:lnSpc>
                <a:spcPct val="100000"/>
              </a:lnSpc>
              <a:spcAft>
                <a:spcPts val="0"/>
              </a:spcAft>
              <a:buNone/>
              <a:tabLst/>
              <a:defRPr sz="324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572005" y="2856856"/>
            <a:ext cx="4163077" cy="720724"/>
          </a:xfrm>
        </p:spPr>
        <p:txBody>
          <a:bodyPr/>
          <a:lstStyle>
            <a:lvl1pPr marL="4762" indent="-4762">
              <a:lnSpc>
                <a:spcPct val="100000"/>
              </a:lnSpc>
              <a:spcAft>
                <a:spcPts val="0"/>
              </a:spcAft>
              <a:buNone/>
              <a:tabLst/>
              <a:defRPr sz="2160" b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2635BA-86C5-E95C-483E-C5229623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172" y="4413721"/>
            <a:ext cx="4572000" cy="512763"/>
          </a:xfrm>
          <a:prstGeom prst="rect">
            <a:avLst/>
          </a:prstGeom>
          <a:noFill/>
          <a:ln>
            <a:noFill/>
          </a:ln>
        </p:spPr>
        <p:txBody>
          <a:bodyPr lIns="54000" tIns="54000" rIns="54000" bIns="54000"/>
          <a:lstStyle>
            <a:lvl1pPr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de-DE" altLang="de-DE" sz="108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Thomas Gysler</a:t>
            </a:r>
          </a:p>
        </p:txBody>
      </p:sp>
    </p:spTree>
    <p:extLst>
      <p:ext uri="{BB962C8B-B14F-4D97-AF65-F5344CB8AC3E}">
        <p14:creationId xmlns:p14="http://schemas.microsoft.com/office/powerpoint/2010/main" val="115099081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135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7">
            <a:extLst>
              <a:ext uri="{FF2B5EF4-FFF2-40B4-BE49-F238E27FC236}">
                <a16:creationId xmlns:a16="http://schemas.microsoft.com/office/drawing/2014/main" id="{ACC63591-3669-6DD3-480C-E7B88EE32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1589"/>
            <a:ext cx="3355975" cy="526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CFDF26CC-2DBE-8D36-4AFD-371AA179735F}"/>
              </a:ext>
            </a:extLst>
          </p:cNvPr>
          <p:cNvCxnSpPr/>
          <p:nvPr/>
        </p:nvCxnSpPr>
        <p:spPr>
          <a:xfrm flipH="1">
            <a:off x="3789363" y="1738313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C866CA-955F-6A2E-ED94-962411F3A34C}"/>
              </a:ext>
            </a:extLst>
          </p:cNvPr>
          <p:cNvCxnSpPr/>
          <p:nvPr/>
        </p:nvCxnSpPr>
        <p:spPr>
          <a:xfrm flipH="1">
            <a:off x="3789363" y="2343150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7F1C5584-969C-B559-29E9-CE5CC5203FF8}"/>
              </a:ext>
            </a:extLst>
          </p:cNvPr>
          <p:cNvCxnSpPr/>
          <p:nvPr/>
        </p:nvCxnSpPr>
        <p:spPr>
          <a:xfrm flipH="1">
            <a:off x="3789363" y="294957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DB7F6A31-8E39-DAFE-EA80-E15AFB50025C}"/>
              </a:ext>
            </a:extLst>
          </p:cNvPr>
          <p:cNvCxnSpPr/>
          <p:nvPr/>
        </p:nvCxnSpPr>
        <p:spPr>
          <a:xfrm flipH="1">
            <a:off x="3789363" y="3556000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23090F2C-45C3-7089-BE05-1FDE1A62B7FE}"/>
              </a:ext>
            </a:extLst>
          </p:cNvPr>
          <p:cNvCxnSpPr/>
          <p:nvPr/>
        </p:nvCxnSpPr>
        <p:spPr>
          <a:xfrm flipH="1">
            <a:off x="3789363" y="416242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E4E1C5DE-60FD-FE8F-F858-92DA9426A09A}"/>
              </a:ext>
            </a:extLst>
          </p:cNvPr>
          <p:cNvCxnSpPr/>
          <p:nvPr/>
        </p:nvCxnSpPr>
        <p:spPr>
          <a:xfrm flipH="1">
            <a:off x="3802063" y="476567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genda"/>
          <p:cNvSpPr>
            <a:spLocks noGrp="1"/>
          </p:cNvSpPr>
          <p:nvPr>
            <p:ph type="body" sz="quarter" idx="16"/>
          </p:nvPr>
        </p:nvSpPr>
        <p:spPr>
          <a:xfrm>
            <a:off x="5" y="16308"/>
            <a:ext cx="3356707" cy="5252054"/>
          </a:xfrm>
          <a:solidFill>
            <a:srgbClr val="808080">
              <a:alpha val="51000"/>
            </a:srgbClr>
          </a:solidFill>
        </p:spPr>
        <p:txBody>
          <a:bodyPr lIns="540000" tIns="1512000" rIns="540000" bIns="1080000"/>
          <a:lstStyle>
            <a:lvl1pPr marL="0" indent="0">
              <a:buFont typeface="+mj-lt"/>
              <a:buNone/>
              <a:defRPr sz="1013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251520" y="360000"/>
            <a:ext cx="2886676" cy="9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7"/>
          </p:nvPr>
        </p:nvSpPr>
        <p:spPr>
          <a:xfrm>
            <a:off x="3780591" y="1165193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8"/>
          </p:nvPr>
        </p:nvSpPr>
        <p:spPr>
          <a:xfrm>
            <a:off x="4571411" y="1165193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9"/>
          </p:nvPr>
        </p:nvSpPr>
        <p:spPr>
          <a:xfrm>
            <a:off x="3780591" y="1770987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7"/>
          <p:cNvSpPr>
            <a:spLocks noGrp="1"/>
          </p:cNvSpPr>
          <p:nvPr>
            <p:ph type="body" sz="quarter" idx="20"/>
          </p:nvPr>
        </p:nvSpPr>
        <p:spPr>
          <a:xfrm>
            <a:off x="4571411" y="1770987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7"/>
          <p:cNvSpPr>
            <a:spLocks noGrp="1"/>
          </p:cNvSpPr>
          <p:nvPr>
            <p:ph type="body" sz="quarter" idx="21"/>
          </p:nvPr>
        </p:nvSpPr>
        <p:spPr>
          <a:xfrm>
            <a:off x="3780591" y="2376781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2"/>
          </p:nvPr>
        </p:nvSpPr>
        <p:spPr>
          <a:xfrm>
            <a:off x="4571411" y="2376781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3"/>
          </p:nvPr>
        </p:nvSpPr>
        <p:spPr>
          <a:xfrm>
            <a:off x="3780591" y="2982574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24"/>
          </p:nvPr>
        </p:nvSpPr>
        <p:spPr>
          <a:xfrm>
            <a:off x="4571411" y="2982574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7"/>
          <p:cNvSpPr>
            <a:spLocks noGrp="1"/>
          </p:cNvSpPr>
          <p:nvPr>
            <p:ph type="body" sz="quarter" idx="25"/>
          </p:nvPr>
        </p:nvSpPr>
        <p:spPr>
          <a:xfrm>
            <a:off x="3780591" y="3588369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7"/>
          <p:cNvSpPr>
            <a:spLocks noGrp="1"/>
          </p:cNvSpPr>
          <p:nvPr>
            <p:ph type="body" sz="quarter" idx="26"/>
          </p:nvPr>
        </p:nvSpPr>
        <p:spPr>
          <a:xfrm>
            <a:off x="4571411" y="3588369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7"/>
          <p:cNvSpPr>
            <a:spLocks noGrp="1"/>
          </p:cNvSpPr>
          <p:nvPr>
            <p:ph type="body" sz="quarter" idx="27"/>
          </p:nvPr>
        </p:nvSpPr>
        <p:spPr>
          <a:xfrm>
            <a:off x="3780591" y="4194163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7"/>
          <p:cNvSpPr>
            <a:spLocks noGrp="1"/>
          </p:cNvSpPr>
          <p:nvPr>
            <p:ph type="body" sz="quarter" idx="28"/>
          </p:nvPr>
        </p:nvSpPr>
        <p:spPr>
          <a:xfrm>
            <a:off x="4571411" y="4194163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7"/>
          <p:cNvSpPr>
            <a:spLocks noGrp="1"/>
          </p:cNvSpPr>
          <p:nvPr>
            <p:ph type="body" sz="quarter" idx="29"/>
          </p:nvPr>
        </p:nvSpPr>
        <p:spPr>
          <a:xfrm>
            <a:off x="3793042" y="4797716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7"/>
          <p:cNvSpPr>
            <a:spLocks noGrp="1"/>
          </p:cNvSpPr>
          <p:nvPr>
            <p:ph type="body" sz="quarter" idx="30"/>
          </p:nvPr>
        </p:nvSpPr>
        <p:spPr>
          <a:xfrm>
            <a:off x="4583862" y="4797716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42782645"/>
      </p:ext>
    </p:extLst>
  </p:cSld>
  <p:clrMapOvr>
    <a:masterClrMapping/>
  </p:clrMapOvr>
  <p:transition spd="med">
    <p:fade/>
  </p:transition>
  <p:hf hdr="0" ftr="0"/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47860" y="1257325"/>
            <a:ext cx="3564100" cy="4140729"/>
          </a:xfrm>
        </p:spPr>
        <p:txBody>
          <a:bodyPr/>
          <a:lstStyle>
            <a:lvl1pPr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0" y="1257325"/>
            <a:ext cx="3886200" cy="4140729"/>
          </a:xfrm>
        </p:spPr>
        <p:txBody>
          <a:bodyPr/>
          <a:lstStyle>
            <a:lvl1pPr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7860" y="377384"/>
            <a:ext cx="6876468" cy="79993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lvl="0"/>
            <a:r>
              <a:rPr lang="de-DE" altLang="de-DE"/>
              <a:t>Mastertitelformat bearbeiten</a:t>
            </a:r>
            <a:endParaRPr lang="de-CH" altLang="de-DE" dirty="0"/>
          </a:p>
        </p:txBody>
      </p:sp>
    </p:spTree>
    <p:extLst>
      <p:ext uri="{BB962C8B-B14F-4D97-AF65-F5344CB8AC3E}">
        <p14:creationId xmlns:p14="http://schemas.microsoft.com/office/powerpoint/2010/main" val="96712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7860" y="377384"/>
            <a:ext cx="6876468" cy="79993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lvl="0"/>
            <a:r>
              <a:rPr lang="de-DE" altLang="de-DE"/>
              <a:t>Mastertitelformat bearbeiten</a:t>
            </a:r>
            <a:endParaRPr lang="de-CH" altLang="de-DE" dirty="0"/>
          </a:p>
        </p:txBody>
      </p:sp>
    </p:spTree>
    <p:extLst>
      <p:ext uri="{BB962C8B-B14F-4D97-AF65-F5344CB8AC3E}">
        <p14:creationId xmlns:p14="http://schemas.microsoft.com/office/powerpoint/2010/main" val="24288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3" hasCustomPrompt="1"/>
          </p:nvPr>
        </p:nvSpPr>
        <p:spPr>
          <a:xfrm>
            <a:off x="4787038" y="4945733"/>
            <a:ext cx="4177450" cy="288033"/>
          </a:xfrm>
        </p:spPr>
        <p:txBody>
          <a:bodyPr anchor="ctr"/>
          <a:lstStyle>
            <a:lvl1pPr>
              <a:buNone/>
              <a:defRPr sz="1080" b="0">
                <a:solidFill>
                  <a:schemeClr val="bg2">
                    <a:lumMod val="90000"/>
                  </a:schemeClr>
                </a:solidFill>
              </a:defRPr>
            </a:lvl1pPr>
            <a:lvl2pPr>
              <a:defRPr sz="108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108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108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1080"/>
            </a:lvl5pPr>
          </a:lstStyle>
          <a:p>
            <a:pPr lvl="0"/>
            <a:r>
              <a:rPr lang="de-CH" dirty="0" err="1"/>
              <a:t>Rotkreuz</a:t>
            </a:r>
            <a:r>
              <a:rPr lang="de-CH" dirty="0"/>
              <a:t>,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72291-C820-A040-9935-BF4280A166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29999" y="2136776"/>
            <a:ext cx="4163077" cy="1387627"/>
          </a:xfrm>
        </p:spPr>
        <p:txBody>
          <a:bodyPr/>
          <a:lstStyle>
            <a:lvl1pPr marL="6350" indent="-6350">
              <a:lnSpc>
                <a:spcPct val="100000"/>
              </a:lnSpc>
              <a:spcAft>
                <a:spcPts val="0"/>
              </a:spcAft>
              <a:buNone/>
              <a:tabLst/>
              <a:defRPr sz="288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26075171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CA0A7FD-4734-7B4B-8F9C-598DA8D99AFA}"/>
              </a:ext>
            </a:extLst>
          </p:cNvPr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647860" y="377383"/>
            <a:ext cx="6876468" cy="7999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72000" tIns="0" rIns="72000" bIns="72000" numCol="1" anchor="t" anchorCtr="0" compatLnSpc="1">
            <a:prstTxWarp prst="textNoShape">
              <a:avLst/>
            </a:prstTxWarp>
          </a:bodyPr>
          <a:lstStyle>
            <a:lvl1pPr>
              <a:defRPr lang="de-CH" altLang="de-DE" sz="28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endParaRPr lang="de-CH" alt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F9B7D1-FA8A-2E44-92A4-D23F251ACEE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860" y="1207108"/>
            <a:ext cx="8100604" cy="3970650"/>
          </a:xfrm>
        </p:spPr>
        <p:txBody>
          <a:bodyPr lIns="36000" tIns="0" bIns="0"/>
          <a:lstStyle>
            <a:lvl1pPr>
              <a:spcAft>
                <a:spcPts val="300"/>
              </a:spcAft>
              <a:defRPr sz="2400"/>
            </a:lvl1pPr>
            <a:lvl2pPr>
              <a:spcAft>
                <a:spcPts val="300"/>
              </a:spcAft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21306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1874384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1">
            <a:extLst>
              <a:ext uri="{FF2B5EF4-FFF2-40B4-BE49-F238E27FC236}">
                <a16:creationId xmlns:a16="http://schemas.microsoft.com/office/drawing/2014/main" id="{4C16C001-581C-A4BA-FFD8-82DF3837F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-47625"/>
            <a:ext cx="45021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92635BA-86C5-E95C-483E-C5229623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57701"/>
            <a:ext cx="4572000" cy="512763"/>
          </a:xfrm>
          <a:prstGeom prst="rect">
            <a:avLst/>
          </a:prstGeom>
          <a:noFill/>
          <a:ln>
            <a:noFill/>
          </a:ln>
        </p:spPr>
        <p:txBody>
          <a:bodyPr lIns="54000" tIns="54000" rIns="54000" bIns="54000"/>
          <a:lstStyle>
            <a:lvl1pPr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de-DE" altLang="de-DE" sz="10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Thomas Gysler</a:t>
            </a:r>
          </a:p>
          <a:p>
            <a:pPr>
              <a:defRPr/>
            </a:pPr>
            <a:r>
              <a:rPr lang="de-DE" altLang="de-DE" sz="108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Lecturer</a:t>
            </a:r>
            <a:endParaRPr lang="de-DE" altLang="de-DE" sz="108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10">
            <a:extLst>
              <a:ext uri="{FF2B5EF4-FFF2-40B4-BE49-F238E27FC236}">
                <a16:creationId xmlns:a16="http://schemas.microsoft.com/office/drawing/2014/main" id="{68032A32-7F79-7B88-8E6B-EA222B4D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17489"/>
            <a:ext cx="162560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E065701-6B3F-574D-2E24-AF3B1D33BD22}"/>
              </a:ext>
            </a:extLst>
          </p:cNvPr>
          <p:cNvSpPr/>
          <p:nvPr/>
        </p:nvSpPr>
        <p:spPr>
          <a:xfrm>
            <a:off x="4211638" y="-95250"/>
            <a:ext cx="4932362" cy="5857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/>
          <a:lstStyle/>
          <a:p>
            <a:pPr marL="157163" indent="-157163">
              <a:buFont typeface="Symbol" charset="2"/>
              <a:buChar char="-"/>
              <a:defRPr/>
            </a:pPr>
            <a:endParaRPr lang="de-DE" sz="1260" dirty="0" err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EC8E5D-72CB-CE70-B6BE-F4F78F8AA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890" y="339725"/>
            <a:ext cx="2827337" cy="5111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7" name="Inhaltsplatzhalter 11"/>
          <p:cNvSpPr>
            <a:spLocks noGrp="1"/>
          </p:cNvSpPr>
          <p:nvPr>
            <p:ph sz="quarter" idx="13"/>
          </p:nvPr>
        </p:nvSpPr>
        <p:spPr>
          <a:xfrm>
            <a:off x="4572000" y="5017741"/>
            <a:ext cx="4177450" cy="288033"/>
          </a:xfrm>
        </p:spPr>
        <p:txBody>
          <a:bodyPr/>
          <a:lstStyle>
            <a:lvl1pPr marL="0" marR="0" indent="0" algn="l" defTabSz="68577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900" b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 sz="81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81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81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81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4572004" y="2136776"/>
            <a:ext cx="4163077" cy="720724"/>
          </a:xfrm>
        </p:spPr>
        <p:txBody>
          <a:bodyPr/>
          <a:lstStyle>
            <a:lvl1pPr marL="4762" indent="-4762">
              <a:lnSpc>
                <a:spcPct val="100000"/>
              </a:lnSpc>
              <a:spcAft>
                <a:spcPts val="0"/>
              </a:spcAft>
              <a:buNone/>
              <a:tabLst/>
              <a:defRPr sz="324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572004" y="2856856"/>
            <a:ext cx="4163077" cy="720724"/>
          </a:xfrm>
        </p:spPr>
        <p:txBody>
          <a:bodyPr/>
          <a:lstStyle>
            <a:lvl1pPr marL="4762" indent="-4762">
              <a:lnSpc>
                <a:spcPct val="100000"/>
              </a:lnSpc>
              <a:spcAft>
                <a:spcPts val="0"/>
              </a:spcAft>
              <a:buNone/>
              <a:tabLst/>
              <a:defRPr sz="2160" b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74077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7">
            <a:extLst>
              <a:ext uri="{FF2B5EF4-FFF2-40B4-BE49-F238E27FC236}">
                <a16:creationId xmlns:a16="http://schemas.microsoft.com/office/drawing/2014/main" id="{ACC63591-3669-6DD3-480C-E7B88EE32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588"/>
            <a:ext cx="3355975" cy="526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CFDF26CC-2DBE-8D36-4AFD-371AA179735F}"/>
              </a:ext>
            </a:extLst>
          </p:cNvPr>
          <p:cNvCxnSpPr/>
          <p:nvPr/>
        </p:nvCxnSpPr>
        <p:spPr>
          <a:xfrm flipH="1">
            <a:off x="3789363" y="1738313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C866CA-955F-6A2E-ED94-962411F3A34C}"/>
              </a:ext>
            </a:extLst>
          </p:cNvPr>
          <p:cNvCxnSpPr/>
          <p:nvPr/>
        </p:nvCxnSpPr>
        <p:spPr>
          <a:xfrm flipH="1">
            <a:off x="3789363" y="2343150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7F1C5584-969C-B559-29E9-CE5CC5203FF8}"/>
              </a:ext>
            </a:extLst>
          </p:cNvPr>
          <p:cNvCxnSpPr/>
          <p:nvPr/>
        </p:nvCxnSpPr>
        <p:spPr>
          <a:xfrm flipH="1">
            <a:off x="3789363" y="294957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DB7F6A31-8E39-DAFE-EA80-E15AFB50025C}"/>
              </a:ext>
            </a:extLst>
          </p:cNvPr>
          <p:cNvCxnSpPr/>
          <p:nvPr/>
        </p:nvCxnSpPr>
        <p:spPr>
          <a:xfrm flipH="1">
            <a:off x="3789363" y="3556000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23090F2C-45C3-7089-BE05-1FDE1A62B7FE}"/>
              </a:ext>
            </a:extLst>
          </p:cNvPr>
          <p:cNvCxnSpPr/>
          <p:nvPr/>
        </p:nvCxnSpPr>
        <p:spPr>
          <a:xfrm flipH="1">
            <a:off x="3789363" y="416242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E4E1C5DE-60FD-FE8F-F858-92DA9426A09A}"/>
              </a:ext>
            </a:extLst>
          </p:cNvPr>
          <p:cNvCxnSpPr/>
          <p:nvPr/>
        </p:nvCxnSpPr>
        <p:spPr>
          <a:xfrm flipH="1">
            <a:off x="3802063" y="4765676"/>
            <a:ext cx="494665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genda"/>
          <p:cNvSpPr>
            <a:spLocks noGrp="1"/>
          </p:cNvSpPr>
          <p:nvPr>
            <p:ph type="body" sz="quarter" idx="16"/>
          </p:nvPr>
        </p:nvSpPr>
        <p:spPr>
          <a:xfrm>
            <a:off x="4" y="16307"/>
            <a:ext cx="3356707" cy="5252054"/>
          </a:xfrm>
          <a:solidFill>
            <a:srgbClr val="808080">
              <a:alpha val="51000"/>
            </a:srgbClr>
          </a:solidFill>
        </p:spPr>
        <p:txBody>
          <a:bodyPr lIns="540000" tIns="1512000" rIns="540000" bIns="1080000"/>
          <a:lstStyle>
            <a:lvl1pPr marL="0" indent="0">
              <a:buFont typeface="+mj-lt"/>
              <a:buNone/>
              <a:defRPr sz="1013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251520" y="360000"/>
            <a:ext cx="2886676" cy="9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7"/>
          </p:nvPr>
        </p:nvSpPr>
        <p:spPr>
          <a:xfrm>
            <a:off x="3780591" y="1165193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8"/>
          </p:nvPr>
        </p:nvSpPr>
        <p:spPr>
          <a:xfrm>
            <a:off x="4571410" y="1165193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7"/>
          <p:cNvSpPr>
            <a:spLocks noGrp="1"/>
          </p:cNvSpPr>
          <p:nvPr>
            <p:ph type="body" sz="quarter" idx="19"/>
          </p:nvPr>
        </p:nvSpPr>
        <p:spPr>
          <a:xfrm>
            <a:off x="3780591" y="1770987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7"/>
          <p:cNvSpPr>
            <a:spLocks noGrp="1"/>
          </p:cNvSpPr>
          <p:nvPr>
            <p:ph type="body" sz="quarter" idx="20"/>
          </p:nvPr>
        </p:nvSpPr>
        <p:spPr>
          <a:xfrm>
            <a:off x="4571410" y="1770987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7"/>
          <p:cNvSpPr>
            <a:spLocks noGrp="1"/>
          </p:cNvSpPr>
          <p:nvPr>
            <p:ph type="body" sz="quarter" idx="21"/>
          </p:nvPr>
        </p:nvSpPr>
        <p:spPr>
          <a:xfrm>
            <a:off x="3780591" y="2376781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2"/>
          </p:nvPr>
        </p:nvSpPr>
        <p:spPr>
          <a:xfrm>
            <a:off x="4571410" y="2376781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3"/>
          </p:nvPr>
        </p:nvSpPr>
        <p:spPr>
          <a:xfrm>
            <a:off x="3780591" y="2982574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24"/>
          </p:nvPr>
        </p:nvSpPr>
        <p:spPr>
          <a:xfrm>
            <a:off x="4571410" y="2982574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7"/>
          <p:cNvSpPr>
            <a:spLocks noGrp="1"/>
          </p:cNvSpPr>
          <p:nvPr>
            <p:ph type="body" sz="quarter" idx="25"/>
          </p:nvPr>
        </p:nvSpPr>
        <p:spPr>
          <a:xfrm>
            <a:off x="3780591" y="3588369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7"/>
          <p:cNvSpPr>
            <a:spLocks noGrp="1"/>
          </p:cNvSpPr>
          <p:nvPr>
            <p:ph type="body" sz="quarter" idx="26"/>
          </p:nvPr>
        </p:nvSpPr>
        <p:spPr>
          <a:xfrm>
            <a:off x="4571410" y="3588369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7"/>
          <p:cNvSpPr>
            <a:spLocks noGrp="1"/>
          </p:cNvSpPr>
          <p:nvPr>
            <p:ph type="body" sz="quarter" idx="27"/>
          </p:nvPr>
        </p:nvSpPr>
        <p:spPr>
          <a:xfrm>
            <a:off x="3780591" y="4194163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7"/>
          <p:cNvSpPr>
            <a:spLocks noGrp="1"/>
          </p:cNvSpPr>
          <p:nvPr>
            <p:ph type="body" sz="quarter" idx="28"/>
          </p:nvPr>
        </p:nvSpPr>
        <p:spPr>
          <a:xfrm>
            <a:off x="4571410" y="4194163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7"/>
          <p:cNvSpPr>
            <a:spLocks noGrp="1"/>
          </p:cNvSpPr>
          <p:nvPr>
            <p:ph type="body" sz="quarter" idx="29"/>
          </p:nvPr>
        </p:nvSpPr>
        <p:spPr>
          <a:xfrm>
            <a:off x="3793042" y="4797716"/>
            <a:ext cx="790814" cy="540060"/>
          </a:xfrm>
        </p:spPr>
        <p:txBody>
          <a:bodyPr anchor="ctr"/>
          <a:lstStyle>
            <a:lvl1pPr marL="0" indent="0" algn="ctr">
              <a:buNone/>
              <a:defRPr sz="135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7"/>
          <p:cNvSpPr>
            <a:spLocks noGrp="1"/>
          </p:cNvSpPr>
          <p:nvPr>
            <p:ph type="body" sz="quarter" idx="30"/>
          </p:nvPr>
        </p:nvSpPr>
        <p:spPr>
          <a:xfrm>
            <a:off x="4583861" y="4797716"/>
            <a:ext cx="4164157" cy="540060"/>
          </a:xfrm>
        </p:spPr>
        <p:txBody>
          <a:bodyPr anchor="ctr"/>
          <a:lstStyle>
            <a:lvl1pPr marL="0" indent="0" algn="l">
              <a:buNone/>
              <a:defRPr sz="135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2031290"/>
      </p:ext>
    </p:extLst>
  </p:cSld>
  <p:clrMapOvr>
    <a:masterClrMapping/>
  </p:clrMapOvr>
  <p:transition spd="med"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47860" y="1257324"/>
            <a:ext cx="3564100" cy="4140729"/>
          </a:xfrm>
        </p:spPr>
        <p:txBody>
          <a:bodyPr/>
          <a:lstStyle>
            <a:lvl1pPr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0" y="1257324"/>
            <a:ext cx="3886200" cy="4140729"/>
          </a:xfrm>
        </p:spPr>
        <p:txBody>
          <a:bodyPr/>
          <a:lstStyle>
            <a:lvl1pPr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7860" y="377384"/>
            <a:ext cx="6876468" cy="79993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lvl="0"/>
            <a:r>
              <a:rPr lang="de-DE" altLang="de-DE"/>
              <a:t>Mastertitelformat bearbeiten</a:t>
            </a:r>
            <a:endParaRPr lang="de-CH" altLang="de-DE" dirty="0"/>
          </a:p>
        </p:txBody>
      </p:sp>
    </p:spTree>
    <p:extLst>
      <p:ext uri="{BB962C8B-B14F-4D97-AF65-F5344CB8AC3E}">
        <p14:creationId xmlns:p14="http://schemas.microsoft.com/office/powerpoint/2010/main" val="21160932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7860" y="377384"/>
            <a:ext cx="6876468" cy="79993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lvl="0"/>
            <a:r>
              <a:rPr lang="de-DE" altLang="de-DE"/>
              <a:t>Mastertitelformat bearbeiten</a:t>
            </a:r>
            <a:endParaRPr lang="de-CH" altLang="de-DE" dirty="0"/>
          </a:p>
        </p:txBody>
      </p:sp>
    </p:spTree>
    <p:extLst>
      <p:ext uri="{BB962C8B-B14F-4D97-AF65-F5344CB8AC3E}">
        <p14:creationId xmlns:p14="http://schemas.microsoft.com/office/powerpoint/2010/main" val="16767053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3" hasCustomPrompt="1"/>
          </p:nvPr>
        </p:nvSpPr>
        <p:spPr>
          <a:xfrm>
            <a:off x="4787038" y="4945733"/>
            <a:ext cx="4177450" cy="288032"/>
          </a:xfrm>
        </p:spPr>
        <p:txBody>
          <a:bodyPr anchor="ctr"/>
          <a:lstStyle>
            <a:lvl1pPr>
              <a:buNone/>
              <a:defRPr sz="1080" b="0">
                <a:solidFill>
                  <a:schemeClr val="bg2">
                    <a:lumMod val="90000"/>
                  </a:schemeClr>
                </a:solidFill>
              </a:defRPr>
            </a:lvl1pPr>
            <a:lvl2pPr>
              <a:defRPr sz="108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108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108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1080"/>
            </a:lvl5pPr>
          </a:lstStyle>
          <a:p>
            <a:pPr lvl="0"/>
            <a:r>
              <a:rPr lang="de-CH" dirty="0" err="1"/>
              <a:t>Rotkreuz</a:t>
            </a:r>
            <a:r>
              <a:rPr lang="de-CH" dirty="0"/>
              <a:t>,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72291-C820-A040-9935-BF4280A166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29999" y="2136775"/>
            <a:ext cx="4163077" cy="1387627"/>
          </a:xfrm>
        </p:spPr>
        <p:txBody>
          <a:bodyPr/>
          <a:lstStyle>
            <a:lvl1pPr marL="6350" indent="-6350">
              <a:lnSpc>
                <a:spcPct val="100000"/>
              </a:lnSpc>
              <a:spcAft>
                <a:spcPts val="0"/>
              </a:spcAft>
              <a:buNone/>
              <a:tabLst/>
              <a:defRPr sz="288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98699501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1">
            <a:extLst>
              <a:ext uri="{FF2B5EF4-FFF2-40B4-BE49-F238E27FC236}">
                <a16:creationId xmlns:a16="http://schemas.microsoft.com/office/drawing/2014/main" id="{4C16C001-581C-A4BA-FFD8-82DF3837F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100" y="-47625"/>
            <a:ext cx="45021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fik 10">
            <a:extLst>
              <a:ext uri="{FF2B5EF4-FFF2-40B4-BE49-F238E27FC236}">
                <a16:creationId xmlns:a16="http://schemas.microsoft.com/office/drawing/2014/main" id="{68032A32-7F79-7B88-8E6B-EA222B4D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17490"/>
            <a:ext cx="162560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E065701-6B3F-574D-2E24-AF3B1D33BD22}"/>
              </a:ext>
            </a:extLst>
          </p:cNvPr>
          <p:cNvSpPr/>
          <p:nvPr/>
        </p:nvSpPr>
        <p:spPr>
          <a:xfrm>
            <a:off x="4467283" y="-95251"/>
            <a:ext cx="4932362" cy="5857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480" tIns="87480" rIns="87480" bIns="87480"/>
          <a:lstStyle/>
          <a:p>
            <a:pPr marL="141447" indent="-141447">
              <a:buFont typeface="Symbol" charset="2"/>
              <a:buChar char="-"/>
              <a:defRPr/>
            </a:pPr>
            <a:endParaRPr lang="de-DE" sz="1134" dirty="0" err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EC8E5D-72CB-CE70-B6BE-F4F78F8AA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893" y="339726"/>
            <a:ext cx="2827337" cy="5043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18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4572007" y="2136776"/>
            <a:ext cx="4163077" cy="720724"/>
          </a:xfrm>
        </p:spPr>
        <p:txBody>
          <a:bodyPr/>
          <a:lstStyle>
            <a:lvl1pPr marL="4286" indent="-4286">
              <a:lnSpc>
                <a:spcPct val="100000"/>
              </a:lnSpc>
              <a:spcAft>
                <a:spcPts val="0"/>
              </a:spcAft>
              <a:buNone/>
              <a:tabLst/>
              <a:defRPr sz="2916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572007" y="2856856"/>
            <a:ext cx="4163077" cy="720724"/>
          </a:xfrm>
        </p:spPr>
        <p:txBody>
          <a:bodyPr/>
          <a:lstStyle>
            <a:lvl1pPr marL="4286" indent="-4286">
              <a:lnSpc>
                <a:spcPct val="100000"/>
              </a:lnSpc>
              <a:spcAft>
                <a:spcPts val="0"/>
              </a:spcAft>
              <a:buNone/>
              <a:tabLst/>
              <a:defRPr sz="1944" b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2635BA-86C5-E95C-483E-C5229623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172" y="4413722"/>
            <a:ext cx="4572000" cy="512763"/>
          </a:xfrm>
          <a:prstGeom prst="rect">
            <a:avLst/>
          </a:prstGeom>
          <a:noFill/>
          <a:ln>
            <a:noFill/>
          </a:ln>
        </p:spPr>
        <p:txBody>
          <a:bodyPr lIns="48600" tIns="48600" rIns="48600" bIns="48600"/>
          <a:lstStyle>
            <a:lvl1pPr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04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de-DE" altLang="de-DE" sz="972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Thomas Gysler</a:t>
            </a:r>
          </a:p>
        </p:txBody>
      </p:sp>
    </p:spTree>
    <p:extLst>
      <p:ext uri="{BB962C8B-B14F-4D97-AF65-F5344CB8AC3E}">
        <p14:creationId xmlns:p14="http://schemas.microsoft.com/office/powerpoint/2010/main" val="670457799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135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DB9EE-6CEE-D44A-AE7E-564FE19C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591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6232149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12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347969-1661-0F91-818D-16AA46F098E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647700" y="377826"/>
            <a:ext cx="687705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endParaRPr lang="de-CH" altLang="de-DE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0D0DEB-D675-12F6-D28C-09C529E8C825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10"/>
            </p:custDataLst>
          </p:nvPr>
        </p:nvSpPr>
        <p:spPr bwMode="auto">
          <a:xfrm>
            <a:off x="647703" y="1176338"/>
            <a:ext cx="8169275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Formatvorlagen des Textmasters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5" name="Rechtwinkliges Dreieck 4">
            <a:extLst>
              <a:ext uri="{FF2B5EF4-FFF2-40B4-BE49-F238E27FC236}">
                <a16:creationId xmlns:a16="http://schemas.microsoft.com/office/drawing/2014/main" id="{2E38FD62-EA7B-89F1-AD73-5E6C062F2A25}"/>
              </a:ext>
            </a:extLst>
          </p:cNvPr>
          <p:cNvSpPr/>
          <p:nvPr/>
        </p:nvSpPr>
        <p:spPr>
          <a:xfrm flipH="1">
            <a:off x="8496300" y="5097464"/>
            <a:ext cx="647700" cy="61753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" tIns="20250" rIns="20250" bIns="20250" anchor="ctr"/>
          <a:lstStyle>
            <a:lvl1pPr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563"/>
              </a:spcAft>
              <a:defRPr/>
            </a:pPr>
            <a:fld id="{0E365F31-B4A2-104F-BF1D-79AC2659F787}" type="slidenum">
              <a:rPr lang="de-DE" altLang="de-DE" sz="81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lnSpc>
                  <a:spcPct val="90000"/>
                </a:lnSpc>
                <a:spcAft>
                  <a:spcPts val="563"/>
                </a:spcAft>
                <a:defRPr/>
              </a:pPr>
              <a:t>‹Nr.›</a:t>
            </a:fld>
            <a:endParaRPr lang="en-GB" altLang="de-DE" sz="105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9" name="Textfeld 1">
            <a:extLst>
              <a:ext uri="{FF2B5EF4-FFF2-40B4-BE49-F238E27FC236}">
                <a16:creationId xmlns:a16="http://schemas.microsoft.com/office/drawing/2014/main" id="{09918DA7-A78F-423E-090B-048E3A97C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502" y="336551"/>
            <a:ext cx="1008674" cy="53091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1500" dirty="0">
                <a:solidFill>
                  <a:srgbClr val="DADAD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ERPBRM</a:t>
            </a:r>
          </a:p>
          <a:p>
            <a:pPr algn="r" eaLnBrk="1" hangingPunct="1">
              <a:defRPr/>
            </a:pPr>
            <a:br>
              <a:rPr lang="de-DE" altLang="de-DE" sz="675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altLang="de-DE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Grafik 6">
            <a:extLst>
              <a:ext uri="{FF2B5EF4-FFF2-40B4-BE49-F238E27FC236}">
                <a16:creationId xmlns:a16="http://schemas.microsoft.com/office/drawing/2014/main" id="{F5D40CDA-4FA0-88C6-6AEA-3214375C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700" y="5403850"/>
            <a:ext cx="9779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winkliges Dreieck 1">
            <a:extLst>
              <a:ext uri="{FF2B5EF4-FFF2-40B4-BE49-F238E27FC236}">
                <a16:creationId xmlns:a16="http://schemas.microsoft.com/office/drawing/2014/main" id="{16A80C09-D1D8-6276-C55A-2E25A8E4919B}"/>
              </a:ext>
            </a:extLst>
          </p:cNvPr>
          <p:cNvSpPr/>
          <p:nvPr userDrawn="1"/>
        </p:nvSpPr>
        <p:spPr>
          <a:xfrm flipH="1">
            <a:off x="8521705" y="5023559"/>
            <a:ext cx="622299" cy="691443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>
              <a:lnSpc>
                <a:spcPct val="90000"/>
              </a:lnSpc>
              <a:spcAft>
                <a:spcPts val="750"/>
              </a:spcAft>
            </a:pPr>
            <a:fld id="{2B2E71E7-9E9C-FC40-BDB5-98743DFDDE96}" type="slidenum">
              <a:rPr kumimoji="0" lang="de-DE" sz="788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ctr">
                <a:lnSpc>
                  <a:spcPct val="90000"/>
                </a:lnSpc>
                <a:spcAft>
                  <a:spcPts val="750"/>
                </a:spcAft>
              </a:pPr>
              <a:t>‹Nr.›</a:t>
            </a:fld>
            <a:endParaRPr lang="en-GB" sz="1425" dirty="0" err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22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182826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6pPr>
      <a:lvl7pPr marL="365652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7pPr>
      <a:lvl8pPr marL="548478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8pPr>
      <a:lvl9pPr marL="731304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9pPr>
    </p:titleStyle>
    <p:bodyStyle>
      <a:lvl1pPr marL="200025" indent="-200025" algn="l" rtl="0" eaLnBrk="1" fontAlgn="base" hangingPunct="1">
        <a:spcBef>
          <a:spcPct val="0"/>
        </a:spcBef>
        <a:spcAft>
          <a:spcPts val="300"/>
        </a:spcAft>
        <a:buChar char="-"/>
        <a:tabLst>
          <a:tab pos="161449" algn="l"/>
        </a:tabLst>
        <a:defRPr sz="20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1479" indent="-200025" algn="l" rtl="0" eaLnBrk="1" fontAlgn="base" hangingPunct="1">
        <a:spcBef>
          <a:spcPct val="0"/>
        </a:spcBef>
        <a:spcAft>
          <a:spcPts val="300"/>
        </a:spcAft>
        <a:buChar char="-"/>
        <a:tabLst>
          <a:tab pos="397193" algn="l"/>
        </a:tabLst>
        <a:defRPr sz="20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604362" indent="-201454" algn="l" rtl="0" eaLnBrk="1" fontAlgn="base" hangingPunct="1">
        <a:spcBef>
          <a:spcPct val="0"/>
        </a:spcBef>
        <a:spcAft>
          <a:spcPts val="300"/>
        </a:spcAft>
        <a:buChar char="-"/>
        <a:tabLst>
          <a:tab pos="598647" algn="l"/>
        </a:tabLst>
        <a:defRPr sz="20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535782" indent="-104299" algn="l" rtl="0" eaLnBrk="1" fontAlgn="base" hangingPunct="1">
        <a:spcBef>
          <a:spcPct val="0"/>
        </a:spcBef>
        <a:spcAft>
          <a:spcPct val="0"/>
        </a:spcAft>
        <a:buChar char="-"/>
        <a:defRPr sz="144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698659" indent="-124302" algn="l" rtl="0" eaLnBrk="1" fontAlgn="base" hangingPunct="1">
        <a:spcBef>
          <a:spcPct val="0"/>
        </a:spcBef>
        <a:spcAft>
          <a:spcPct val="0"/>
        </a:spcAft>
        <a:buChar char="-"/>
        <a:defRPr sz="144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830336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6pPr>
      <a:lvl7pPr marL="1013160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7pPr>
      <a:lvl8pPr marL="1195987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8pPr>
      <a:lvl9pPr marL="1378812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1pPr>
      <a:lvl2pPr marL="182826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2pPr>
      <a:lvl3pPr marL="365652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3pPr>
      <a:lvl4pPr marL="548478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4pPr>
      <a:lvl5pPr marL="731304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5pPr>
      <a:lvl6pPr marL="914129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6pPr>
      <a:lvl7pPr marL="1096955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7pPr>
      <a:lvl8pPr marL="1279781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8pPr>
      <a:lvl9pPr marL="1462606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347969-1661-0F91-818D-16AA46F098E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647700" y="377826"/>
            <a:ext cx="687705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  <a:br>
              <a:rPr lang="de-DE" altLang="de-DE"/>
            </a:br>
            <a:endParaRPr lang="de-CH" altLang="de-DE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0D0DEB-D675-12F6-D28C-09C529E8C825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11"/>
            </p:custDataLst>
          </p:nvPr>
        </p:nvSpPr>
        <p:spPr bwMode="auto">
          <a:xfrm>
            <a:off x="647702" y="1176338"/>
            <a:ext cx="8169275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Formatvorlagen des Textmasters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5" name="Rechtwinkliges Dreieck 4">
            <a:extLst>
              <a:ext uri="{FF2B5EF4-FFF2-40B4-BE49-F238E27FC236}">
                <a16:creationId xmlns:a16="http://schemas.microsoft.com/office/drawing/2014/main" id="{2E38FD62-EA7B-89F1-AD73-5E6C062F2A25}"/>
              </a:ext>
            </a:extLst>
          </p:cNvPr>
          <p:cNvSpPr/>
          <p:nvPr/>
        </p:nvSpPr>
        <p:spPr>
          <a:xfrm flipH="1">
            <a:off x="8496300" y="5097464"/>
            <a:ext cx="647700" cy="61753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" tIns="20250" rIns="20250" bIns="20250" anchor="ctr"/>
          <a:lstStyle>
            <a:lvl1pPr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563"/>
              </a:spcAft>
              <a:defRPr/>
            </a:pPr>
            <a:fld id="{0E365F31-B4A2-104F-BF1D-79AC2659F787}" type="slidenum">
              <a:rPr lang="de-DE" altLang="de-DE" sz="81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lnSpc>
                  <a:spcPct val="90000"/>
                </a:lnSpc>
                <a:spcAft>
                  <a:spcPts val="563"/>
                </a:spcAft>
                <a:defRPr/>
              </a:pPr>
              <a:t>‹Nr.›</a:t>
            </a:fld>
            <a:endParaRPr lang="en-GB" altLang="de-DE" sz="105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Grafik 6">
            <a:extLst>
              <a:ext uri="{FF2B5EF4-FFF2-40B4-BE49-F238E27FC236}">
                <a16:creationId xmlns:a16="http://schemas.microsoft.com/office/drawing/2014/main" id="{F5D40CDA-4FA0-88C6-6AEA-3214375C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5403850"/>
            <a:ext cx="9779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htwinkliges Dreieck 1">
            <a:extLst>
              <a:ext uri="{FF2B5EF4-FFF2-40B4-BE49-F238E27FC236}">
                <a16:creationId xmlns:a16="http://schemas.microsoft.com/office/drawing/2014/main" id="{16A80C09-D1D8-6276-C55A-2E25A8E4919B}"/>
              </a:ext>
            </a:extLst>
          </p:cNvPr>
          <p:cNvSpPr/>
          <p:nvPr/>
        </p:nvSpPr>
        <p:spPr>
          <a:xfrm flipH="1">
            <a:off x="8521704" y="5023559"/>
            <a:ext cx="622299" cy="691443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>
              <a:lnSpc>
                <a:spcPct val="90000"/>
              </a:lnSpc>
              <a:spcAft>
                <a:spcPts val="750"/>
              </a:spcAft>
            </a:pPr>
            <a:fld id="{2B2E71E7-9E9C-FC40-BDB5-98743DFDDE96}" type="slidenum">
              <a:rPr kumimoji="0" lang="de-DE" sz="788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ctr">
                <a:lnSpc>
                  <a:spcPct val="90000"/>
                </a:lnSpc>
                <a:spcAft>
                  <a:spcPts val="750"/>
                </a:spcAft>
              </a:pPr>
              <a:t>‹Nr.›</a:t>
            </a:fld>
            <a:endParaRPr lang="en-GB" sz="1425" dirty="0" err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7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9" r:id="rId6"/>
    <p:sldLayoutId id="2147483690" r:id="rId7"/>
    <p:sldLayoutId id="2147483691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16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182826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6pPr>
      <a:lvl7pPr marL="365652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7pPr>
      <a:lvl8pPr marL="548478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8pPr>
      <a:lvl9pPr marL="731304" algn="l" rtl="0" eaLnBrk="1" fontAlgn="base" hangingPunct="1">
        <a:spcBef>
          <a:spcPct val="0"/>
        </a:spcBef>
        <a:spcAft>
          <a:spcPct val="0"/>
        </a:spcAft>
        <a:defRPr sz="640" b="1">
          <a:solidFill>
            <a:schemeClr val="tx2"/>
          </a:solidFill>
          <a:latin typeface="Verdana" pitchFamily="34" charset="0"/>
        </a:defRPr>
      </a:lvl9pPr>
    </p:titleStyle>
    <p:bodyStyle>
      <a:lvl1pPr marL="200025" indent="-200025" algn="l" rtl="0" eaLnBrk="1" fontAlgn="base" hangingPunct="1">
        <a:spcBef>
          <a:spcPct val="0"/>
        </a:spcBef>
        <a:spcAft>
          <a:spcPct val="0"/>
        </a:spcAft>
        <a:buChar char="-"/>
        <a:tabLst>
          <a:tab pos="161449" algn="l"/>
        </a:tabLst>
        <a:defRPr sz="18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1479" indent="-200025" algn="l" rtl="0" eaLnBrk="1" fontAlgn="base" hangingPunct="1">
        <a:spcBef>
          <a:spcPct val="0"/>
        </a:spcBef>
        <a:spcAft>
          <a:spcPct val="0"/>
        </a:spcAft>
        <a:buChar char="-"/>
        <a:tabLst>
          <a:tab pos="397193" algn="l"/>
        </a:tabLst>
        <a:defRPr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604362" indent="-201454" algn="l" rtl="0" eaLnBrk="1" fontAlgn="base" hangingPunct="1">
        <a:spcBef>
          <a:spcPct val="0"/>
        </a:spcBef>
        <a:spcAft>
          <a:spcPct val="0"/>
        </a:spcAft>
        <a:buChar char="-"/>
        <a:tabLst>
          <a:tab pos="598647" algn="l"/>
        </a:tabLst>
        <a:defRPr sz="144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535782" indent="-104299" algn="l" rtl="0" eaLnBrk="1" fontAlgn="base" hangingPunct="1">
        <a:spcBef>
          <a:spcPct val="0"/>
        </a:spcBef>
        <a:spcAft>
          <a:spcPct val="0"/>
        </a:spcAft>
        <a:buChar char="-"/>
        <a:defRPr sz="144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698659" indent="-124302" algn="l" rtl="0" eaLnBrk="1" fontAlgn="base" hangingPunct="1">
        <a:spcBef>
          <a:spcPct val="0"/>
        </a:spcBef>
        <a:spcAft>
          <a:spcPct val="0"/>
        </a:spcAft>
        <a:buChar char="-"/>
        <a:defRPr sz="144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830336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6pPr>
      <a:lvl7pPr marL="1013160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7pPr>
      <a:lvl8pPr marL="1195987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8pPr>
      <a:lvl9pPr marL="1378812" indent="-73004" algn="l" rtl="0" eaLnBrk="1" fontAlgn="base" hangingPunct="1">
        <a:spcBef>
          <a:spcPct val="0"/>
        </a:spcBef>
        <a:spcAft>
          <a:spcPct val="0"/>
        </a:spcAft>
        <a:buChar char="-"/>
        <a:defRPr sz="64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1pPr>
      <a:lvl2pPr marL="182826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2pPr>
      <a:lvl3pPr marL="365652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3pPr>
      <a:lvl4pPr marL="548478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4pPr>
      <a:lvl5pPr marL="731304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5pPr>
      <a:lvl6pPr marL="914129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6pPr>
      <a:lvl7pPr marL="1096955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7pPr>
      <a:lvl8pPr marL="1279781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8pPr>
      <a:lvl9pPr marL="1462606" algn="l" defTabSz="365652" rtl="0" eaLnBrk="1" latinLnBrk="0" hangingPunct="1">
        <a:defRPr sz="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4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04580-C852-E2FB-8CE7-F41629EA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</a:t>
            </a:r>
            <a:r>
              <a:rPr lang="de-CH" dirty="0" err="1"/>
              <a:t>Branching</a:t>
            </a:r>
            <a:r>
              <a:rPr lang="de-CH" dirty="0"/>
              <a:t> &amp; </a:t>
            </a:r>
            <a:r>
              <a:rPr lang="de-CH" dirty="0" err="1"/>
              <a:t>Protection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9993EF-515D-4F1E-C97E-9E0FBB0980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 err="1"/>
              <a:t>Branching</a:t>
            </a:r>
            <a:r>
              <a:rPr lang="de-CH" dirty="0"/>
              <a:t>:</a:t>
            </a:r>
          </a:p>
          <a:p>
            <a:r>
              <a:rPr lang="de-CH" dirty="0"/>
              <a:t>Entwickler arbeiten in separaten </a:t>
            </a:r>
            <a:r>
              <a:rPr lang="de-CH" dirty="0" err="1"/>
              <a:t>Branches</a:t>
            </a:r>
            <a:endParaRPr lang="de-CH" dirty="0"/>
          </a:p>
          <a:p>
            <a:r>
              <a:rPr lang="de-CH" dirty="0"/>
              <a:t>Vorteil: Keine Gefährdung des stabilen </a:t>
            </a:r>
            <a:r>
              <a:rPr lang="de-CH" dirty="0" err="1"/>
              <a:t>codes</a:t>
            </a:r>
            <a:r>
              <a:rPr lang="de-CH" dirty="0"/>
              <a:t> bei Änderungen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b="1" dirty="0" err="1"/>
              <a:t>Protection</a:t>
            </a:r>
            <a:r>
              <a:rPr lang="de-CH" dirty="0"/>
              <a:t>:</a:t>
            </a:r>
          </a:p>
          <a:p>
            <a:r>
              <a:rPr lang="de-CH" dirty="0" err="1"/>
              <a:t>Schutzregelen</a:t>
            </a:r>
            <a:r>
              <a:rPr lang="de-CH" dirty="0"/>
              <a:t> für unterschiedliche </a:t>
            </a:r>
            <a:r>
              <a:rPr lang="de-CH" dirty="0" err="1"/>
              <a:t>Branches</a:t>
            </a:r>
            <a:r>
              <a:rPr lang="de-CH" dirty="0"/>
              <a:t> (z.B. auf </a:t>
            </a:r>
            <a:r>
              <a:rPr lang="de-CH" dirty="0" err="1"/>
              <a:t>main</a:t>
            </a:r>
            <a:r>
              <a:rPr lang="de-CH" dirty="0"/>
              <a:t> ist kein direktes pushen erlaubt)</a:t>
            </a:r>
          </a:p>
          <a:p>
            <a:r>
              <a:rPr lang="de-CH" dirty="0"/>
              <a:t>Ziel: Verhinderung von Fehlern und unkontrollierten Änderungen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5940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5D350-F1AF-386F-EDCE-15C303A4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Wann wird es genutzt?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4D3949-1DCC-2951-B515-020E2649C4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CH" dirty="0"/>
              <a:t>Bei mehreren Entwicklern (wenn parallel an einem Code gearbeitet wird</a:t>
            </a:r>
          </a:p>
          <a:p>
            <a:r>
              <a:rPr lang="de-CH" dirty="0"/>
              <a:t>Bei kritischen Systemen (mit echten Kunden, Finanzsoftware, Gesundheitssoftware usw.)</a:t>
            </a:r>
          </a:p>
          <a:p>
            <a:r>
              <a:rPr lang="de-CH" dirty="0"/>
              <a:t>Regelmässige Releases (geplante Release-Zyklen, Klare Trennung zwischen Codes)</a:t>
            </a:r>
          </a:p>
          <a:p>
            <a:endParaRPr lang="de-CH" dirty="0"/>
          </a:p>
          <a:p>
            <a:pPr marL="0" indent="0">
              <a:buNone/>
            </a:pPr>
            <a:r>
              <a:rPr lang="de-CH" b="1" dirty="0"/>
              <a:t>Zusammengefasst</a:t>
            </a:r>
            <a:r>
              <a:rPr lang="de-CH" dirty="0"/>
              <a:t>: Wenn Stabilität, Qualität und kontrollierte Zusammenarbeit entscheiden sind</a:t>
            </a:r>
          </a:p>
        </p:txBody>
      </p:sp>
    </p:spTree>
    <p:extLst>
      <p:ext uri="{BB962C8B-B14F-4D97-AF65-F5344CB8AC3E}">
        <p14:creationId xmlns:p14="http://schemas.microsoft.com/office/powerpoint/2010/main" val="376271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477DB-1783-52E8-C5B0-1395E5B4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3 </a:t>
            </a:r>
            <a:r>
              <a:rPr lang="de-CH" dirty="0" err="1"/>
              <a:t>best</a:t>
            </a:r>
            <a:r>
              <a:rPr lang="de-CH" dirty="0"/>
              <a:t> </a:t>
            </a:r>
            <a:r>
              <a:rPr lang="de-CH" dirty="0" err="1"/>
              <a:t>practices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BFAFB-90CD-FF5B-62F1-F73D9173FD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CH" b="1" dirty="0" err="1"/>
              <a:t>Hauptbranch</a:t>
            </a:r>
            <a:r>
              <a:rPr lang="de-CH" b="1" dirty="0"/>
              <a:t> schützen:</a:t>
            </a:r>
            <a:r>
              <a:rPr lang="de-CH" dirty="0"/>
              <a:t> Kein direktes pushen auf </a:t>
            </a:r>
            <a:r>
              <a:rPr lang="de-CH" dirty="0" err="1"/>
              <a:t>main</a:t>
            </a:r>
            <a:r>
              <a:rPr lang="de-CH" dirty="0"/>
              <a:t>, sondern nur mit Pull </a:t>
            </a:r>
            <a:r>
              <a:rPr lang="de-CH" dirty="0" err="1"/>
              <a:t>Requests</a:t>
            </a:r>
            <a:endParaRPr lang="de-CH" dirty="0"/>
          </a:p>
          <a:p>
            <a:r>
              <a:rPr lang="de-CH" b="1" dirty="0"/>
              <a:t>Pflicht-Reviews:</a:t>
            </a:r>
            <a:r>
              <a:rPr lang="de-CH" dirty="0"/>
              <a:t> Mindestes gewisse Anzahl (z.B. 2) Reviewer pro Pull Request, keine Selbstfreigabe</a:t>
            </a:r>
          </a:p>
          <a:p>
            <a:r>
              <a:rPr lang="de-CH" b="1" dirty="0"/>
              <a:t>Kurze Feature-</a:t>
            </a:r>
            <a:r>
              <a:rPr lang="de-CH" b="1" dirty="0" err="1"/>
              <a:t>Branches</a:t>
            </a:r>
            <a:r>
              <a:rPr lang="de-CH" b="1" dirty="0"/>
              <a:t>:</a:t>
            </a:r>
            <a:r>
              <a:rPr lang="de-CH" dirty="0"/>
              <a:t> </a:t>
            </a:r>
            <a:r>
              <a:rPr lang="de-CH" dirty="0" err="1"/>
              <a:t>Branches</a:t>
            </a:r>
            <a:r>
              <a:rPr lang="de-CH" dirty="0"/>
              <a:t> nur solange wie nötig offen lassen, regelmässig </a:t>
            </a:r>
            <a:r>
              <a:rPr lang="de-CH" dirty="0" err="1"/>
              <a:t>mergen</a:t>
            </a:r>
            <a:r>
              <a:rPr lang="de-CH" dirty="0"/>
              <a:t> (z.B. mit </a:t>
            </a:r>
            <a:r>
              <a:rPr lang="de-CH" dirty="0" err="1"/>
              <a:t>main</a:t>
            </a:r>
            <a:r>
              <a:rPr lang="de-CH" dirty="0"/>
              <a:t>), </a:t>
            </a:r>
            <a:r>
              <a:rPr lang="de-CH" dirty="0" err="1"/>
              <a:t>Merge</a:t>
            </a:r>
            <a:r>
              <a:rPr lang="de-CH" dirty="0"/>
              <a:t>-Konflikte und veraltete Codes vermeiden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228149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7A9DB-F884-97BB-20AF-ED5AD9D5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2 </a:t>
            </a:r>
            <a:r>
              <a:rPr lang="de-CH" dirty="0" err="1"/>
              <a:t>pitfalls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9D0252-7AEB-D138-6D68-C271CAE104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Zu komplexe Regeln:</a:t>
            </a:r>
          </a:p>
          <a:p>
            <a:r>
              <a:rPr lang="de-CH" dirty="0"/>
              <a:t>Entwicklungsstau durch zu viele Regeln/</a:t>
            </a:r>
            <a:r>
              <a:rPr lang="de-CH" dirty="0" err="1"/>
              <a:t>Branches</a:t>
            </a:r>
            <a:endParaRPr lang="de-CH" dirty="0"/>
          </a:p>
          <a:p>
            <a:r>
              <a:rPr lang="de-CH" dirty="0"/>
              <a:t>Umgehen von Prozessen oder Arbeit ausserhalb Regeln</a:t>
            </a:r>
          </a:p>
          <a:p>
            <a:r>
              <a:rPr lang="de-CH" dirty="0"/>
              <a:t>Führt zu ineffektiver </a:t>
            </a:r>
            <a:r>
              <a:rPr lang="de-CH" dirty="0" err="1"/>
              <a:t>Protection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b="1" dirty="0"/>
              <a:t>Veraltete </a:t>
            </a:r>
            <a:r>
              <a:rPr lang="de-CH" b="1" dirty="0" err="1"/>
              <a:t>Branches</a:t>
            </a:r>
            <a:r>
              <a:rPr lang="de-CH" b="1" dirty="0"/>
              <a:t>/fehlende Pflege:</a:t>
            </a:r>
          </a:p>
          <a:p>
            <a:r>
              <a:rPr lang="de-CH" dirty="0"/>
              <a:t>Feature-/Release-</a:t>
            </a:r>
            <a:r>
              <a:rPr lang="de-CH" dirty="0" err="1"/>
              <a:t>Branches</a:t>
            </a:r>
            <a:r>
              <a:rPr lang="de-CH" dirty="0"/>
              <a:t> bleiben zu lange offen</a:t>
            </a:r>
          </a:p>
          <a:p>
            <a:r>
              <a:rPr lang="de-CH" dirty="0"/>
              <a:t>Änderungen in </a:t>
            </a:r>
            <a:r>
              <a:rPr lang="de-CH" dirty="0" err="1"/>
              <a:t>main</a:t>
            </a:r>
            <a:r>
              <a:rPr lang="de-CH" dirty="0"/>
              <a:t> nicht regelmässig </a:t>
            </a:r>
            <a:r>
              <a:rPr lang="de-CH" dirty="0" err="1"/>
              <a:t>gemerged</a:t>
            </a:r>
            <a:endParaRPr lang="de-CH" dirty="0"/>
          </a:p>
          <a:p>
            <a:r>
              <a:rPr lang="de-CH" dirty="0"/>
              <a:t>Verstopfung Repository durch alte </a:t>
            </a:r>
            <a:r>
              <a:rPr lang="de-CH" dirty="0" err="1"/>
              <a:t>Branches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9118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765A6-5421-A35D-5FE1-78A2700C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Project Management </a:t>
            </a:r>
            <a:r>
              <a:rPr lang="de-CH" dirty="0" err="1"/>
              <a:t>lens</a:t>
            </a:r>
            <a:br>
              <a:rPr lang="de-CH" dirty="0"/>
            </a:br>
            <a:r>
              <a:rPr lang="de-CH" dirty="0" err="1"/>
              <a:t>Branching</a:t>
            </a:r>
            <a:r>
              <a:rPr lang="de-CH" dirty="0"/>
              <a:t> &amp; </a:t>
            </a:r>
            <a:r>
              <a:rPr lang="de-CH" dirty="0" err="1"/>
              <a:t>Protection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4A1EE-2AD8-868A-499A-BF73A60E04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CH" dirty="0"/>
          </a:p>
          <a:p>
            <a:r>
              <a:rPr lang="de-CH" dirty="0"/>
              <a:t>Risikominimierung</a:t>
            </a:r>
          </a:p>
          <a:p>
            <a:r>
              <a:rPr lang="de-CH" dirty="0"/>
              <a:t>Planbarkeit von Releases</a:t>
            </a:r>
          </a:p>
          <a:p>
            <a:r>
              <a:rPr lang="de-CH" dirty="0"/>
              <a:t>Nachvollziehbarkeit von Änderungen</a:t>
            </a:r>
          </a:p>
          <a:p>
            <a:r>
              <a:rPr lang="de-CH" dirty="0"/>
              <a:t>Effiziente Teamkoordination</a:t>
            </a:r>
          </a:p>
          <a:p>
            <a:r>
              <a:rPr lang="de-CH"/>
              <a:t>Frühzeitige Fehlererkennung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325693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&#10;Second level&#10;Third level&#10;Fourth level&#10;Fifth leve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itle sty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Click to edit Master text styles&#10;Second level&#10;Third level&#10;Fourth level&#10;Fifth level"/>
</p:tagLst>
</file>

<file path=ppt/theme/theme1.xml><?xml version="1.0" encoding="utf-8"?>
<a:theme xmlns:a="http://schemas.openxmlformats.org/drawingml/2006/main" name="3_Default Design">
  <a:themeElements>
    <a:clrScheme name="HSLU">
      <a:dk1>
        <a:srgbClr val="000000"/>
      </a:dk1>
      <a:lt1>
        <a:srgbClr val="FFFFFF"/>
      </a:lt1>
      <a:dk2>
        <a:srgbClr val="415E6C"/>
      </a:dk2>
      <a:lt2>
        <a:srgbClr val="F2F2F2"/>
      </a:lt2>
      <a:accent1>
        <a:srgbClr val="9AD4F1"/>
      </a:accent1>
      <a:accent2>
        <a:srgbClr val="6A95A9"/>
      </a:accent2>
      <a:accent3>
        <a:srgbClr val="415E6C"/>
      </a:accent3>
      <a:accent4>
        <a:srgbClr val="CFD500"/>
      </a:accent4>
      <a:accent5>
        <a:srgbClr val="949A00"/>
      </a:accent5>
      <a:accent6>
        <a:srgbClr val="636904"/>
      </a:accent6>
      <a:hlink>
        <a:srgbClr val="E2007A"/>
      </a:hlink>
      <a:folHlink>
        <a:srgbClr val="690036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orlage I deutsch" id="{B81C0929-8A9A-3546-8A59-64216930EA52}" vid="{D4526CD0-A1C3-5D49-B2BE-61AB8AA6DEC9}"/>
    </a:ext>
  </a:extLst>
</a:theme>
</file>

<file path=ppt/theme/theme2.xml><?xml version="1.0" encoding="utf-8"?>
<a:theme xmlns:a="http://schemas.openxmlformats.org/drawingml/2006/main" name="4_Default Design">
  <a:themeElements>
    <a:clrScheme name="HSLU">
      <a:dk1>
        <a:srgbClr val="000000"/>
      </a:dk1>
      <a:lt1>
        <a:srgbClr val="FFFFFF"/>
      </a:lt1>
      <a:dk2>
        <a:srgbClr val="415E6C"/>
      </a:dk2>
      <a:lt2>
        <a:srgbClr val="F2F2F2"/>
      </a:lt2>
      <a:accent1>
        <a:srgbClr val="9AD4F1"/>
      </a:accent1>
      <a:accent2>
        <a:srgbClr val="6A95A9"/>
      </a:accent2>
      <a:accent3>
        <a:srgbClr val="415E6C"/>
      </a:accent3>
      <a:accent4>
        <a:srgbClr val="CFD500"/>
      </a:accent4>
      <a:accent5>
        <a:srgbClr val="949A00"/>
      </a:accent5>
      <a:accent6>
        <a:srgbClr val="636904"/>
      </a:accent6>
      <a:hlink>
        <a:srgbClr val="E2007A"/>
      </a:hlink>
      <a:folHlink>
        <a:srgbClr val="690036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orlage I deutsch" id="{B81C0929-8A9A-3546-8A59-64216930EA52}" vid="{D4526CD0-A1C3-5D49-B2BE-61AB8AA6DEC9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227</Words>
  <Application>Microsoft Office PowerPoint</Application>
  <PresentationFormat>Bildschirmpräsentation (16:10)</PresentationFormat>
  <Paragraphs>35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Arial</vt:lpstr>
      <vt:lpstr>Symbol</vt:lpstr>
      <vt:lpstr>Verdana</vt:lpstr>
      <vt:lpstr>3_Default Design</vt:lpstr>
      <vt:lpstr>4_Default Design</vt:lpstr>
      <vt:lpstr>Was ist Branching &amp; Protection</vt:lpstr>
      <vt:lpstr>Wann wird es genutzt?</vt:lpstr>
      <vt:lpstr>3 best practices</vt:lpstr>
      <vt:lpstr>2 pitfalls</vt:lpstr>
      <vt:lpstr>Project Management lens Branching &amp; Protection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Tim Geisser</dc:creator>
  <cp:keywords/>
  <dc:description>generated using python-pptx</dc:description>
  <cp:lastModifiedBy>Geisser Tim I.BSCWI_F26.2501</cp:lastModifiedBy>
  <cp:revision>43</cp:revision>
  <dcterms:created xsi:type="dcterms:W3CDTF">2013-01-27T09:14:16Z</dcterms:created>
  <dcterms:modified xsi:type="dcterms:W3CDTF">2026-03-02T21:08:07Z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2025-09-02T10:29:57Z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f25aa67f-b80a-443e-90fb-f8c5bf2f9b58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50, 3, 0, 1</vt:lpwstr>
  </property>
</Properties>
</file>