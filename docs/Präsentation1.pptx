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7" r:id="rId4"/>
    <p:sldId id="261" r:id="rId5"/>
    <p:sldId id="262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106AF-D5FF-84E3-DBF9-392C726D5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C627C88-DC56-617B-5CF2-9EB9BA70F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5EC1A9-7933-E44D-0F17-858578BD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58DF3D-A576-B5E4-1CFA-311082608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6AFA88-A2A7-F030-D01B-DCD6B255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7822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84A5A-734E-DAA9-A8A6-9AD821F6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CC68CD-3540-0BEE-B86D-3255F853E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25160F-1CCB-9E57-9929-13C0DA35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E90B2E-DD86-F987-413B-A81B6F54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FADE59-826F-BA4E-D8A8-C962E563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0278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90E4CC-3C33-86E2-ADD6-B744EB3A7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C86312-FA39-F053-ADA1-75873B8F5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18C130-DA2C-21DA-C8BB-DA17B6597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FF7D7C-557C-B265-8998-D220BF15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3B1D89-8AC5-E363-B974-2FD8554C2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88087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F6762B-BCF9-1B4C-2D9B-ECA7844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88E72-ED15-7543-56E8-7D00CC86A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B4BCAF-B480-652B-4B8D-10124562F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1C4112-AD8F-C1F1-1EB9-856F6D278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382C59-BD8D-F89F-41A6-A3034504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3C996B-D1B8-65F1-CB06-CEBFEC5E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2848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90EA3-FC34-EEE8-6889-72BB3E99E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1FF085-EABA-713C-7027-34DB0A388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125972-9EAA-51EC-1C46-6F50F6538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32926C-1DEC-D0E8-5D80-37A256632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DC96E70-4EE0-56D8-EF8E-E54B1D68E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31C7AC0-615F-6FDD-F38B-ADDB071C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3BC817-013F-2344-1BB2-E8BC10598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937F81F-EB1E-8957-0EA7-4CA2BAD5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6275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B4BBEB-6ED9-8843-EB2B-E142151A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1AF6FC-DC57-0B6F-FE40-E11A9E57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A2CE0D-D0DA-8B77-A7CB-87AEC690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F99D63-6DFF-1B13-46FD-C3073B0B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547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541967-3308-45C9-1EC9-5AE004A2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F06A836-F078-8958-294D-00CB9AD75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0A7CC7-18BE-3087-6F01-3F6FC530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6567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F68E84-C74E-505A-D7E5-585A2B6E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6F70AE-E22F-344D-11D9-B2D313A85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2E2EFE-371B-F6CA-DF36-DCF29BA58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612515-61FE-3A9B-DD4A-EEEB9303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098C54-8798-34DD-3A5B-340D3B08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E335E3-4F69-0C96-EC07-8D33B0EB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542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434355-DFE0-958E-DF96-8B8C51EBD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528802C-FB6B-C5E1-71B2-7793A977F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D319F0-33F0-718F-5F42-E59723CDA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24660C-7206-1A18-7180-89893FBC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B95837-E76A-002C-16CE-891AB6EB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98E7E1-F634-23C4-3F16-E1C5EBCE4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15938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4FDA9-C040-0661-3922-50B24B145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3190E7-2AEF-7260-425E-EAA8F755E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76D65D-76CD-E1A0-3520-9E7D289C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88860F-1F61-3AE1-E053-42176031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2C142F-CA0B-3979-61F7-8D994553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5184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A6C45AE-A407-F46C-013C-BFA89D167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6FFC24-5170-02CA-8AA8-D2965072A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B39CF3-EBAE-91D8-ABA2-B68642BB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9BACC5-0260-22B6-4A46-7D1E2424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74136D-6DB6-9D51-32E2-A0B4457E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5611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25B8F48-3DA6-8D92-D8BC-D9AABA80D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BD8726-920F-9AC7-65FC-C13FA008D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51674B-B74E-A6EE-97C0-81C23E4A4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BE935-C5E9-455A-A017-AC4577460525}" type="datetimeFigureOut">
              <a:rPr lang="de-CH" smtClean="0"/>
              <a:t>08.03.2026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9F0246-AB3E-F80C-D0FF-4E081C629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111517-445D-1FD1-839A-CFFE6A24B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48C78-B1AC-4D21-A0C7-9B76460F61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70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8F2DB-8846-5705-1F66-BC6D9A3E5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Ownership &amp; </a:t>
            </a:r>
            <a:r>
              <a:rPr lang="de-DE" b="1" dirty="0" err="1"/>
              <a:t>Accountability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36D2B1-C122-60F0-ED0F-E4F1582B9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de-DE" b="1" dirty="0"/>
              <a:t>Definition:</a:t>
            </a:r>
            <a:endParaRPr lang="de-DE" dirty="0"/>
          </a:p>
          <a:p>
            <a:r>
              <a:rPr lang="de-DE" dirty="0"/>
              <a:t>Klare Zuweisung von Verantwortlichkeiten für Code, Funktionen oder Projekte.</a:t>
            </a:r>
          </a:p>
          <a:p>
            <a:r>
              <a:rPr lang="de-DE" dirty="0"/>
              <a:t>Verantwortliche Teams oder Personen steuern Reviews, Entscheidungen und Freigaben.</a:t>
            </a:r>
          </a:p>
          <a:p>
            <a:r>
              <a:rPr lang="de-DE" dirty="0"/>
              <a:t>Macht nachvollziehbar, </a:t>
            </a:r>
            <a:r>
              <a:rPr lang="de-DE" b="1" dirty="0"/>
              <a:t>wer für welche Änderung zuständig ist</a:t>
            </a:r>
            <a:r>
              <a:rPr lang="de-DE" dirty="0"/>
              <a:t>.</a:t>
            </a:r>
          </a:p>
          <a:p>
            <a:pPr>
              <a:buNone/>
            </a:pPr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use</a:t>
            </a:r>
            <a:r>
              <a:rPr lang="de-DE" b="1" dirty="0"/>
              <a:t>:</a:t>
            </a:r>
            <a:endParaRPr lang="de-DE" dirty="0"/>
          </a:p>
          <a:p>
            <a:r>
              <a:rPr lang="de-DE" dirty="0"/>
              <a:t>In Projekten mit mehreren Teams oder komplexen Codebasen</a:t>
            </a:r>
          </a:p>
          <a:p>
            <a:r>
              <a:rPr lang="de-DE" dirty="0"/>
              <a:t>Bei regulierten oder auditpflichtigen Projekten</a:t>
            </a:r>
          </a:p>
          <a:p>
            <a:r>
              <a:rPr lang="de-DE" dirty="0"/>
              <a:t>Wenn schnelle, klare Entscheidungen und Reviews erforderlich sind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6397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02976E-8CD5-3DF7-8DEE-997FF276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b="1" dirty="0"/>
              <a:t>Ownership &amp; </a:t>
            </a:r>
            <a:r>
              <a:rPr lang="de-CH" b="1" dirty="0" err="1"/>
              <a:t>Accountability</a:t>
            </a:r>
            <a:r>
              <a:rPr lang="de-CH" b="1" dirty="0"/>
              <a:t> – Best Practices &amp; </a:t>
            </a:r>
            <a:r>
              <a:rPr lang="de-CH" b="1" dirty="0" err="1"/>
              <a:t>Pitfalls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B76281-0581-F302-F7F1-A591B3CC2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de-CH" b="1" dirty="0"/>
              <a:t>3 Best Practices:</a:t>
            </a:r>
            <a:endParaRPr lang="de-CH" dirty="0"/>
          </a:p>
          <a:p>
            <a:pPr>
              <a:buFont typeface="+mj-lt"/>
              <a:buAutoNum type="arabicPeriod"/>
            </a:pPr>
            <a:r>
              <a:rPr lang="de-CH" b="1" dirty="0"/>
              <a:t>CODEOWNERS oder ähnliche Tools</a:t>
            </a:r>
            <a:r>
              <a:rPr lang="de-CH" dirty="0"/>
              <a:t> nutzen, um Verantwortlichkeiten automatisch zuzuweisen.</a:t>
            </a:r>
          </a:p>
          <a:p>
            <a:pPr>
              <a:buFont typeface="+mj-lt"/>
              <a:buAutoNum type="arabicPeriod"/>
            </a:pPr>
            <a:r>
              <a:rPr lang="de-CH" b="1" dirty="0"/>
              <a:t>Verantwortlichkeiten sichtbar dokumentieren</a:t>
            </a:r>
            <a:r>
              <a:rPr lang="de-CH" dirty="0"/>
              <a:t>, z. B. in </a:t>
            </a:r>
            <a:r>
              <a:rPr lang="de-CH" dirty="0" err="1"/>
              <a:t>Repositories</a:t>
            </a:r>
            <a:r>
              <a:rPr lang="de-CH" dirty="0"/>
              <a:t> oder Tickets.</a:t>
            </a:r>
          </a:p>
          <a:p>
            <a:pPr>
              <a:buFont typeface="+mj-lt"/>
              <a:buAutoNum type="arabicPeriod"/>
            </a:pPr>
            <a:r>
              <a:rPr lang="de-CH" b="1" dirty="0"/>
              <a:t>Regelmäßige Review-Meetings</a:t>
            </a:r>
            <a:r>
              <a:rPr lang="de-CH" dirty="0"/>
              <a:t> oder Statuschecks, um Verantwortlichkeiten zu überprüfen.</a:t>
            </a:r>
          </a:p>
          <a:p>
            <a:pPr>
              <a:buNone/>
            </a:pPr>
            <a:r>
              <a:rPr lang="de-CH" b="1" dirty="0"/>
              <a:t>2 </a:t>
            </a:r>
            <a:r>
              <a:rPr lang="de-CH" b="1" dirty="0" err="1"/>
              <a:t>Pitfalls</a:t>
            </a:r>
            <a:r>
              <a:rPr lang="de-CH" b="1" dirty="0"/>
              <a:t>:</a:t>
            </a:r>
            <a:endParaRPr lang="de-CH" dirty="0"/>
          </a:p>
          <a:p>
            <a:pPr>
              <a:buFont typeface="+mj-lt"/>
              <a:buAutoNum type="arabicPeriod"/>
            </a:pPr>
            <a:r>
              <a:rPr lang="de-CH" b="1" dirty="0"/>
              <a:t>Zu viele </a:t>
            </a:r>
            <a:r>
              <a:rPr lang="de-CH" b="1" dirty="0" err="1"/>
              <a:t>Owner</a:t>
            </a:r>
            <a:r>
              <a:rPr lang="de-CH" b="1" dirty="0"/>
              <a:t> → Verwirrung</a:t>
            </a:r>
            <a:r>
              <a:rPr lang="de-CH" dirty="0"/>
              <a:t>: Verantwortlichkeiten werden unklar.</a:t>
            </a:r>
          </a:p>
          <a:p>
            <a:pPr>
              <a:buFont typeface="+mj-lt"/>
              <a:buAutoNum type="arabicPeriod"/>
            </a:pPr>
            <a:r>
              <a:rPr lang="de-CH" b="1" dirty="0"/>
              <a:t>Keine Durchsetzung → Ownership ist nur theoretisch</a:t>
            </a:r>
            <a:r>
              <a:rPr lang="de-CH" dirty="0"/>
              <a:t>: Reviews werden ignoriert.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9493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594D23-8144-5753-E548-22542B56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Ownership &amp; </a:t>
            </a:r>
            <a:r>
              <a:rPr lang="de-CH" dirty="0" err="1"/>
              <a:t>Accountability</a:t>
            </a:r>
            <a:r>
              <a:rPr lang="de-CH" dirty="0"/>
              <a:t> Stellenwert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9DDFA33-A362-7A2F-F7C8-819DFC94C1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9851" y="1834703"/>
            <a:ext cx="1151089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Klare Verantwortlichkeiten für Codebereiche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durch definierte Code </a:t>
            </a:r>
            <a:r>
              <a:rPr kumimoji="0" lang="de-DE" altLang="de-D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(z. B. über CODEOWNERS).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Bessere Nachvollziehbarkeit von Änderungen und Entscheidungen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Reviews und Freigaben bestimmten Teams zugeordnet sind.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Reduzierter Koordinationsaufwand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weil Reviewer automatisch zugewiesen werden.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Höhere Codequalität und Compliance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durch verpflichtende Reviews der verantwortlichen Stakeholder.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Transparente </a:t>
            </a:r>
            <a:r>
              <a:rPr kumimoji="0" lang="de-DE" altLang="de-DE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Governance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-Struktur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die kontrollierte Releases und </a:t>
            </a:r>
            <a:r>
              <a:rPr kumimoji="0" lang="de-DE" altLang="de-D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Auditierbarkeit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unterstützt.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71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86469A-2A84-FD77-3FA1-FBE23C09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Feedback Integration</a:t>
            </a:r>
            <a:br>
              <a:rPr lang="de-CH" b="1" dirty="0"/>
            </a:b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A6BBF1-167A-3017-B06B-EE5D942C5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de-CH" b="1" dirty="0"/>
              <a:t>Definition:</a:t>
            </a:r>
            <a:endParaRPr lang="de-CH" dirty="0"/>
          </a:p>
          <a:p>
            <a:r>
              <a:rPr lang="de-CH" dirty="0"/>
              <a:t>Prozess, bei dem Stakeholder kontinuierlich Feedback zu Änderungen geben (z. B. über Pull </a:t>
            </a:r>
            <a:r>
              <a:rPr lang="de-CH" dirty="0" err="1"/>
              <a:t>Requests</a:t>
            </a:r>
            <a:r>
              <a:rPr lang="de-CH" dirty="0"/>
              <a:t>, Kommentare, Tickets).</a:t>
            </a:r>
          </a:p>
          <a:p>
            <a:r>
              <a:rPr lang="de-CH" dirty="0"/>
              <a:t>Ziel: </a:t>
            </a:r>
            <a:r>
              <a:rPr lang="de-CH" b="1" dirty="0"/>
              <a:t>Produktqualität erhöhen, Iterationen beschleunigen, Stakeholder einbeziehen.</a:t>
            </a:r>
            <a:endParaRPr lang="de-CH" dirty="0"/>
          </a:p>
          <a:p>
            <a:pPr>
              <a:buNone/>
            </a:pPr>
            <a:r>
              <a:rPr lang="de-CH" b="1" dirty="0" err="1"/>
              <a:t>When</a:t>
            </a:r>
            <a:r>
              <a:rPr lang="de-CH" b="1" dirty="0"/>
              <a:t> </a:t>
            </a:r>
            <a:r>
              <a:rPr lang="de-CH" b="1" dirty="0" err="1"/>
              <a:t>to</a:t>
            </a:r>
            <a:r>
              <a:rPr lang="de-CH" b="1" dirty="0"/>
              <a:t> </a:t>
            </a:r>
            <a:r>
              <a:rPr lang="de-CH" b="1" dirty="0" err="1"/>
              <a:t>use</a:t>
            </a:r>
            <a:r>
              <a:rPr lang="de-CH" b="1" dirty="0"/>
              <a:t>:</a:t>
            </a:r>
            <a:endParaRPr lang="de-CH" dirty="0"/>
          </a:p>
          <a:p>
            <a:r>
              <a:rPr lang="de-CH" dirty="0"/>
              <a:t>Bei neuen Features oder kritischen Änderungen</a:t>
            </a:r>
          </a:p>
          <a:p>
            <a:r>
              <a:rPr lang="de-CH" dirty="0"/>
              <a:t>In Teams, die iterative Entwicklung oder Agile Praktiken nutzen</a:t>
            </a:r>
          </a:p>
          <a:p>
            <a:r>
              <a:rPr lang="de-CH" dirty="0"/>
              <a:t>Wenn Zusammenarbeit zwischen Entwicklern, Reviewern und </a:t>
            </a:r>
            <a:r>
              <a:rPr lang="de-CH" dirty="0" err="1"/>
              <a:t>Product</a:t>
            </a:r>
            <a:r>
              <a:rPr lang="de-CH" dirty="0"/>
              <a:t> </a:t>
            </a:r>
            <a:r>
              <a:rPr lang="de-CH" dirty="0" err="1"/>
              <a:t>Ownern</a:t>
            </a:r>
            <a:r>
              <a:rPr lang="de-CH" dirty="0"/>
              <a:t> nötig ist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26843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F2329-76F9-6009-F008-B260F56D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b="1" dirty="0"/>
              <a:t>Feedback Integration – Best Practices &amp; </a:t>
            </a:r>
            <a:r>
              <a:rPr lang="de-CH" b="1" dirty="0" err="1"/>
              <a:t>Pitfalls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D2CC40-56A8-4E9F-B58E-5EA328054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de-CH" b="1" dirty="0"/>
              <a:t>3 Best Practices:</a:t>
            </a:r>
            <a:endParaRPr lang="de-CH" dirty="0"/>
          </a:p>
          <a:p>
            <a:pPr>
              <a:buFont typeface="+mj-lt"/>
              <a:buAutoNum type="arabicPeriod"/>
            </a:pPr>
            <a:r>
              <a:rPr lang="de-CH" b="1" dirty="0"/>
              <a:t>Feedback direkt im Workflow integrieren</a:t>
            </a:r>
            <a:r>
              <a:rPr lang="de-CH" dirty="0"/>
              <a:t> (Pull </a:t>
            </a:r>
            <a:r>
              <a:rPr lang="de-CH" dirty="0" err="1"/>
              <a:t>Requests</a:t>
            </a:r>
            <a:r>
              <a:rPr lang="de-CH" dirty="0"/>
              <a:t>, </a:t>
            </a:r>
            <a:r>
              <a:rPr lang="de-CH" dirty="0" err="1"/>
              <a:t>Issues</a:t>
            </a:r>
            <a:r>
              <a:rPr lang="de-CH" dirty="0"/>
              <a:t>).</a:t>
            </a:r>
          </a:p>
          <a:p>
            <a:pPr>
              <a:buFont typeface="+mj-lt"/>
              <a:buAutoNum type="arabicPeriod"/>
            </a:pPr>
            <a:r>
              <a:rPr lang="de-CH" b="1" dirty="0"/>
              <a:t>Klare, konkrete Rückmeldungen geben</a:t>
            </a:r>
            <a:r>
              <a:rPr lang="de-CH" dirty="0"/>
              <a:t>, um schnelle Umsetzung zu ermöglichen.</a:t>
            </a:r>
          </a:p>
          <a:p>
            <a:pPr>
              <a:buFont typeface="+mj-lt"/>
              <a:buAutoNum type="arabicPeriod"/>
            </a:pPr>
            <a:r>
              <a:rPr lang="de-CH" b="1" dirty="0"/>
              <a:t>Regelmäßige Iterationen</a:t>
            </a:r>
            <a:r>
              <a:rPr lang="de-CH" dirty="0"/>
              <a:t> durchführen: Feedback wird zeitnah umgesetzt und überprüft.</a:t>
            </a:r>
          </a:p>
          <a:p>
            <a:pPr>
              <a:buNone/>
            </a:pPr>
            <a:r>
              <a:rPr lang="de-CH" b="1" dirty="0"/>
              <a:t>2 </a:t>
            </a:r>
            <a:r>
              <a:rPr lang="de-CH" b="1" dirty="0" err="1"/>
              <a:t>Pitfalls</a:t>
            </a:r>
            <a:r>
              <a:rPr lang="de-CH" b="1" dirty="0"/>
              <a:t>:</a:t>
            </a:r>
            <a:endParaRPr lang="de-CH" dirty="0"/>
          </a:p>
          <a:p>
            <a:pPr>
              <a:buFont typeface="+mj-lt"/>
              <a:buAutoNum type="arabicPeriod"/>
            </a:pPr>
            <a:r>
              <a:rPr lang="de-CH" b="1" dirty="0"/>
              <a:t>Zu allgemeines Feedback → Umsetzung schwierig</a:t>
            </a:r>
            <a:endParaRPr lang="de-CH" dirty="0"/>
          </a:p>
          <a:p>
            <a:pPr>
              <a:buFont typeface="+mj-lt"/>
              <a:buAutoNum type="arabicPeriod"/>
            </a:pPr>
            <a:r>
              <a:rPr lang="de-CH" b="1" dirty="0"/>
              <a:t>Feedback wird ignoriert → Iterationen bringen keinen Mehrwert</a:t>
            </a:r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8088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4D12E4-CD41-978A-047A-0CB540FA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Feedback Integration Stellenwert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8935FA-EC55-D7FE-D62A-C8E7D65376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744" y="1930313"/>
            <a:ext cx="10515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Strukturierte Feedbackprozesse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die direkt in den Entwicklungsworkflow integriert sind (z. B. Pull-Request-Kommentare).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Schnellere Iterationszyklen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da Feedback sofort gegeben und umgesetzt werden kann.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Verbesserte Zusammenarbeit zwischen Stakeholdern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wie </a:t>
            </a:r>
            <a:r>
              <a:rPr kumimoji="0" lang="de-DE" altLang="de-D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Entwickler:innen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Reviewer:innen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 </a:t>
            </a:r>
            <a:r>
              <a:rPr kumimoji="0" lang="de-DE" altLang="de-D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Ownern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Bessere Entscheidungsgrundlage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da Diskussionen und Feedback dokumentiert sind.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Kontinuierliche Verbesserung von Funktionen und Qualität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durch regelmäßiges Stakeholder-Feedback.</a:t>
            </a:r>
          </a:p>
        </p:txBody>
      </p:sp>
    </p:spTree>
    <p:extLst>
      <p:ext uri="{BB962C8B-B14F-4D97-AF65-F5344CB8AC3E}">
        <p14:creationId xmlns:p14="http://schemas.microsoft.com/office/powerpoint/2010/main" val="34067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Breitbild</PresentationFormat>
  <Paragraphs>48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Ownership &amp; Accountability</vt:lpstr>
      <vt:lpstr>Ownership &amp; Accountability – Best Practices &amp; Pitfalls</vt:lpstr>
      <vt:lpstr>Ownership &amp; Accountability Stellenwert </vt:lpstr>
      <vt:lpstr>Feedback Integration </vt:lpstr>
      <vt:lpstr>Feedback Integration – Best Practices &amp; Pitfalls</vt:lpstr>
      <vt:lpstr>Feedback Integration Stellenwert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Bernet Tomo I.BSCBITDT_F26.2501</dc:creator>
  <cp:lastModifiedBy>Bernet Tomo I.BSCBITDT_F26.2501</cp:lastModifiedBy>
  <cp:revision>3</cp:revision>
  <dcterms:created xsi:type="dcterms:W3CDTF">2026-03-08T19:28:00Z</dcterms:created>
  <dcterms:modified xsi:type="dcterms:W3CDTF">2026-03-08T19:54:06Z</dcterms:modified>
</cp:coreProperties>
</file>